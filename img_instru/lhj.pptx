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7556500" cy="10693400"/>
  <p:notesSz cx="6858000" cy="9144000"/>
  <p:embeddedFontLst>
    <p:embeddedFont>
      <p:font typeface="둥근펜 Bold" panose="020B0600000101010101" charset="-127"/>
      <p:regular r:id="rId4"/>
    </p:embeddedFont>
    <p:embeddedFont>
      <p:font typeface="나눔스퀘어_ac ExtraBold" panose="020B0600000101010101" pitchFamily="50" charset="-127"/>
      <p:bold r:id="rId5"/>
    </p:embeddedFont>
    <p:embeddedFont>
      <p:font typeface="나눔스퀘어OTF_ac ExtraBold" panose="020B0600000101010101" pitchFamily="34" charset="-127"/>
      <p:bold r:id="rId6"/>
    </p:embeddedFont>
    <p:embeddedFont>
      <p:font typeface="맑은 고딕" panose="020B0503020000020004" pitchFamily="50" charset="-127"/>
      <p:regular r:id="rId7"/>
      <p:bold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37DF"/>
    <a:srgbClr val="01C73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FC8ACF-D56E-4EEA-AE84-52D4D84A0B2E}" v="2" dt="2026-02-21T14:27:41.1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6279" autoAdjust="0"/>
  </p:normalViewPr>
  <p:slideViewPr>
    <p:cSldViewPr>
      <p:cViewPr>
        <p:scale>
          <a:sx n="66" d="100"/>
          <a:sy n="66" d="100"/>
        </p:scale>
        <p:origin x="3150" y="2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ee lee" userId="1214e945a7c48812" providerId="LiveId" clId="{6E0A99D0-10F8-4F29-8710-DA57CC05E397}"/>
    <pc:docChg chg="custSel modSld modMainMaster">
      <pc:chgData name="jinee lee" userId="1214e945a7c48812" providerId="LiveId" clId="{6E0A99D0-10F8-4F29-8710-DA57CC05E397}" dt="2026-02-21T14:27:41.132" v="20"/>
      <pc:docMkLst>
        <pc:docMk/>
      </pc:docMkLst>
      <pc:sldChg chg="addSp delSp modSp mod">
        <pc:chgData name="jinee lee" userId="1214e945a7c48812" providerId="LiveId" clId="{6E0A99D0-10F8-4F29-8710-DA57CC05E397}" dt="2026-02-21T14:27:41.132" v="20"/>
        <pc:sldMkLst>
          <pc:docMk/>
          <pc:sldMk cId="632804329" sldId="257"/>
        </pc:sldMkLst>
        <pc:spChg chg="del">
          <ac:chgData name="jinee lee" userId="1214e945a7c48812" providerId="LiveId" clId="{6E0A99D0-10F8-4F29-8710-DA57CC05E397}" dt="2026-02-21T14:27:08.073" v="15" actId="478"/>
          <ac:spMkLst>
            <pc:docMk/>
            <pc:sldMk cId="632804329" sldId="257"/>
            <ac:spMk id="2" creationId="{2ED699E4-DC74-9069-89EC-B803ABCD5C07}"/>
          </ac:spMkLst>
        </pc:spChg>
        <pc:spChg chg="add mod">
          <ac:chgData name="jinee lee" userId="1214e945a7c48812" providerId="LiveId" clId="{6E0A99D0-10F8-4F29-8710-DA57CC05E397}" dt="2026-02-21T14:27:41.132" v="20"/>
          <ac:spMkLst>
            <pc:docMk/>
            <pc:sldMk cId="632804329" sldId="257"/>
            <ac:spMk id="3" creationId="{50701529-AEB8-97CD-6588-1FE2A28B917F}"/>
          </ac:spMkLst>
        </pc:spChg>
        <pc:spChg chg="del">
          <ac:chgData name="jinee lee" userId="1214e945a7c48812" providerId="LiveId" clId="{6E0A99D0-10F8-4F29-8710-DA57CC05E397}" dt="2026-02-21T14:27:02.589" v="14" actId="478"/>
          <ac:spMkLst>
            <pc:docMk/>
            <pc:sldMk cId="632804329" sldId="257"/>
            <ac:spMk id="4" creationId="{C97AA7CB-D2F8-30E1-A737-39ED8ADCD55F}"/>
          </ac:spMkLst>
        </pc:spChg>
        <pc:spChg chg="del">
          <ac:chgData name="jinee lee" userId="1214e945a7c48812" providerId="LiveId" clId="{6E0A99D0-10F8-4F29-8710-DA57CC05E397}" dt="2026-02-21T14:26:36.682" v="4" actId="478"/>
          <ac:spMkLst>
            <pc:docMk/>
            <pc:sldMk cId="632804329" sldId="257"/>
            <ac:spMk id="9" creationId="{6B544DF6-115F-89E4-2312-B26152D00BFB}"/>
          </ac:spMkLst>
        </pc:spChg>
        <pc:spChg chg="add mod">
          <ac:chgData name="jinee lee" userId="1214e945a7c48812" providerId="LiveId" clId="{6E0A99D0-10F8-4F29-8710-DA57CC05E397}" dt="2026-02-21T14:27:41.132" v="20"/>
          <ac:spMkLst>
            <pc:docMk/>
            <pc:sldMk cId="632804329" sldId="257"/>
            <ac:spMk id="14" creationId="{9D90EB6D-9E88-35C6-E25A-1508DEA609BF}"/>
          </ac:spMkLst>
        </pc:spChg>
        <pc:spChg chg="add mod">
          <ac:chgData name="jinee lee" userId="1214e945a7c48812" providerId="LiveId" clId="{6E0A99D0-10F8-4F29-8710-DA57CC05E397}" dt="2026-02-21T14:27:41.132" v="20"/>
          <ac:spMkLst>
            <pc:docMk/>
            <pc:sldMk cId="632804329" sldId="257"/>
            <ac:spMk id="36" creationId="{73327069-7217-53C2-4484-A711EC1A9191}"/>
          </ac:spMkLst>
        </pc:spChg>
        <pc:spChg chg="del">
          <ac:chgData name="jinee lee" userId="1214e945a7c48812" providerId="LiveId" clId="{6E0A99D0-10F8-4F29-8710-DA57CC05E397}" dt="2026-02-21T14:27:31.063" v="19" actId="478"/>
          <ac:spMkLst>
            <pc:docMk/>
            <pc:sldMk cId="632804329" sldId="257"/>
            <ac:spMk id="44" creationId="{DE23F186-24F9-57E3-337B-C8BC8A4E30F6}"/>
          </ac:spMkLst>
        </pc:spChg>
        <pc:spChg chg="add mod">
          <ac:chgData name="jinee lee" userId="1214e945a7c48812" providerId="LiveId" clId="{6E0A99D0-10F8-4F29-8710-DA57CC05E397}" dt="2026-02-21T14:27:41.132" v="20"/>
          <ac:spMkLst>
            <pc:docMk/>
            <pc:sldMk cId="632804329" sldId="257"/>
            <ac:spMk id="45" creationId="{18DD3338-1179-1BBD-80FF-61A2DE2F0810}"/>
          </ac:spMkLst>
        </pc:spChg>
        <pc:spChg chg="del">
          <ac:chgData name="jinee lee" userId="1214e945a7c48812" providerId="LiveId" clId="{6E0A99D0-10F8-4F29-8710-DA57CC05E397}" dt="2026-02-21T14:27:02.589" v="14" actId="478"/>
          <ac:spMkLst>
            <pc:docMk/>
            <pc:sldMk cId="632804329" sldId="257"/>
            <ac:spMk id="46" creationId="{2B7125C6-29E8-6276-14A4-1784DE81C204}"/>
          </ac:spMkLst>
        </pc:spChg>
        <pc:spChg chg="add mod">
          <ac:chgData name="jinee lee" userId="1214e945a7c48812" providerId="LiveId" clId="{6E0A99D0-10F8-4F29-8710-DA57CC05E397}" dt="2026-02-21T14:27:41.132" v="20"/>
          <ac:spMkLst>
            <pc:docMk/>
            <pc:sldMk cId="632804329" sldId="257"/>
            <ac:spMk id="47" creationId="{C1AAE82B-17DF-E7F7-98C3-9CCC629EAD4B}"/>
          </ac:spMkLst>
        </pc:spChg>
        <pc:spChg chg="add mod">
          <ac:chgData name="jinee lee" userId="1214e945a7c48812" providerId="LiveId" clId="{6E0A99D0-10F8-4F29-8710-DA57CC05E397}" dt="2026-02-21T14:27:41.132" v="20"/>
          <ac:spMkLst>
            <pc:docMk/>
            <pc:sldMk cId="632804329" sldId="257"/>
            <ac:spMk id="48" creationId="{56D4C629-2C8F-410E-F714-89298EED6A1C}"/>
          </ac:spMkLst>
        </pc:spChg>
        <pc:spChg chg="add mod">
          <ac:chgData name="jinee lee" userId="1214e945a7c48812" providerId="LiveId" clId="{6E0A99D0-10F8-4F29-8710-DA57CC05E397}" dt="2026-02-21T14:27:41.132" v="20"/>
          <ac:spMkLst>
            <pc:docMk/>
            <pc:sldMk cId="632804329" sldId="257"/>
            <ac:spMk id="49" creationId="{32851C6E-3544-D33C-B092-A5E5DDCC6390}"/>
          </ac:spMkLst>
        </pc:spChg>
        <pc:spChg chg="add mod">
          <ac:chgData name="jinee lee" userId="1214e945a7c48812" providerId="LiveId" clId="{6E0A99D0-10F8-4F29-8710-DA57CC05E397}" dt="2026-02-21T14:27:41.132" v="20"/>
          <ac:spMkLst>
            <pc:docMk/>
            <pc:sldMk cId="632804329" sldId="257"/>
            <ac:spMk id="50" creationId="{BB566081-7AA4-7130-C57F-77076EA1AABE}"/>
          </ac:spMkLst>
        </pc:spChg>
        <pc:spChg chg="del">
          <ac:chgData name="jinee lee" userId="1214e945a7c48812" providerId="LiveId" clId="{6E0A99D0-10F8-4F29-8710-DA57CC05E397}" dt="2026-02-21T14:27:08.073" v="15" actId="478"/>
          <ac:spMkLst>
            <pc:docMk/>
            <pc:sldMk cId="632804329" sldId="257"/>
            <ac:spMk id="54" creationId="{C9C35E3F-4D4A-A74D-F3B8-9141A75D7F66}"/>
          </ac:spMkLst>
        </pc:spChg>
        <pc:spChg chg="del">
          <ac:chgData name="jinee lee" userId="1214e945a7c48812" providerId="LiveId" clId="{6E0A99D0-10F8-4F29-8710-DA57CC05E397}" dt="2026-02-21T14:27:02.589" v="14" actId="478"/>
          <ac:spMkLst>
            <pc:docMk/>
            <pc:sldMk cId="632804329" sldId="257"/>
            <ac:spMk id="55" creationId="{82A22733-D91C-0170-CFE9-812FA1742951}"/>
          </ac:spMkLst>
        </pc:spChg>
        <pc:spChg chg="del mod">
          <ac:chgData name="jinee lee" userId="1214e945a7c48812" providerId="LiveId" clId="{6E0A99D0-10F8-4F29-8710-DA57CC05E397}" dt="2026-02-21T14:26:48.129" v="10" actId="478"/>
          <ac:spMkLst>
            <pc:docMk/>
            <pc:sldMk cId="632804329" sldId="257"/>
            <ac:spMk id="64" creationId="{CCC5C845-2C68-1308-DDD1-4766AF119C20}"/>
          </ac:spMkLst>
        </pc:spChg>
        <pc:spChg chg="del">
          <ac:chgData name="jinee lee" userId="1214e945a7c48812" providerId="LiveId" clId="{6E0A99D0-10F8-4F29-8710-DA57CC05E397}" dt="2026-02-21T14:26:49.890" v="11" actId="478"/>
          <ac:spMkLst>
            <pc:docMk/>
            <pc:sldMk cId="632804329" sldId="257"/>
            <ac:spMk id="117" creationId="{C9BB09B0-F07F-DB74-471B-0FFA9D393B56}"/>
          </ac:spMkLst>
        </pc:spChg>
        <pc:spChg chg="del">
          <ac:chgData name="jinee lee" userId="1214e945a7c48812" providerId="LiveId" clId="{6E0A99D0-10F8-4F29-8710-DA57CC05E397}" dt="2026-02-21T14:27:31.063" v="19" actId="478"/>
          <ac:spMkLst>
            <pc:docMk/>
            <pc:sldMk cId="632804329" sldId="257"/>
            <ac:spMk id="119" creationId="{2FFE1923-AFC5-AF6B-FD0C-EC459BEA7995}"/>
          </ac:spMkLst>
        </pc:spChg>
        <pc:spChg chg="del">
          <ac:chgData name="jinee lee" userId="1214e945a7c48812" providerId="LiveId" clId="{6E0A99D0-10F8-4F29-8710-DA57CC05E397}" dt="2026-02-21T14:27:02.589" v="14" actId="478"/>
          <ac:spMkLst>
            <pc:docMk/>
            <pc:sldMk cId="632804329" sldId="257"/>
            <ac:spMk id="120" creationId="{B3D0F8AB-E654-4B95-5F0D-4C12EE8F3022}"/>
          </ac:spMkLst>
        </pc:spChg>
        <pc:spChg chg="del">
          <ac:chgData name="jinee lee" userId="1214e945a7c48812" providerId="LiveId" clId="{6E0A99D0-10F8-4F29-8710-DA57CC05E397}" dt="2026-02-21T14:27:02.589" v="14" actId="478"/>
          <ac:spMkLst>
            <pc:docMk/>
            <pc:sldMk cId="632804329" sldId="257"/>
            <ac:spMk id="121" creationId="{3D1F0DE5-2829-A748-E9A8-03DB3FDD50D2}"/>
          </ac:spMkLst>
        </pc:spChg>
        <pc:spChg chg="del">
          <ac:chgData name="jinee lee" userId="1214e945a7c48812" providerId="LiveId" clId="{6E0A99D0-10F8-4F29-8710-DA57CC05E397}" dt="2026-02-21T14:27:02.589" v="14" actId="478"/>
          <ac:spMkLst>
            <pc:docMk/>
            <pc:sldMk cId="632804329" sldId="257"/>
            <ac:spMk id="124" creationId="{00138851-5D2F-748E-5A9F-634F6753262F}"/>
          </ac:spMkLst>
        </pc:spChg>
        <pc:spChg chg="del">
          <ac:chgData name="jinee lee" userId="1214e945a7c48812" providerId="LiveId" clId="{6E0A99D0-10F8-4F29-8710-DA57CC05E397}" dt="2026-02-21T14:27:02.589" v="14" actId="478"/>
          <ac:spMkLst>
            <pc:docMk/>
            <pc:sldMk cId="632804329" sldId="257"/>
            <ac:spMk id="125" creationId="{BF5BE16A-84C3-252C-FE47-97A79A806B97}"/>
          </ac:spMkLst>
        </pc:spChg>
        <pc:spChg chg="del">
          <ac:chgData name="jinee lee" userId="1214e945a7c48812" providerId="LiveId" clId="{6E0A99D0-10F8-4F29-8710-DA57CC05E397}" dt="2026-02-21T14:26:58.635" v="13" actId="478"/>
          <ac:spMkLst>
            <pc:docMk/>
            <pc:sldMk cId="632804329" sldId="257"/>
            <ac:spMk id="126" creationId="{956210FC-7DE1-060F-A917-1A5E26030F04}"/>
          </ac:spMkLst>
        </pc:spChg>
        <pc:spChg chg="del">
          <ac:chgData name="jinee lee" userId="1214e945a7c48812" providerId="LiveId" clId="{6E0A99D0-10F8-4F29-8710-DA57CC05E397}" dt="2026-02-21T14:27:02.589" v="14" actId="478"/>
          <ac:spMkLst>
            <pc:docMk/>
            <pc:sldMk cId="632804329" sldId="257"/>
            <ac:spMk id="127" creationId="{4B203162-D62C-3AE9-9A10-FEEAE83B06D1}"/>
          </ac:spMkLst>
        </pc:spChg>
        <pc:spChg chg="del">
          <ac:chgData name="jinee lee" userId="1214e945a7c48812" providerId="LiveId" clId="{6E0A99D0-10F8-4F29-8710-DA57CC05E397}" dt="2026-02-21T14:27:02.589" v="14" actId="478"/>
          <ac:spMkLst>
            <pc:docMk/>
            <pc:sldMk cId="632804329" sldId="257"/>
            <ac:spMk id="128" creationId="{A76DE998-DA59-D94E-8F05-9EB430E26EA8}"/>
          </ac:spMkLst>
        </pc:spChg>
        <pc:spChg chg="del">
          <ac:chgData name="jinee lee" userId="1214e945a7c48812" providerId="LiveId" clId="{6E0A99D0-10F8-4F29-8710-DA57CC05E397}" dt="2026-02-21T14:26:53.522" v="12" actId="478"/>
          <ac:spMkLst>
            <pc:docMk/>
            <pc:sldMk cId="632804329" sldId="257"/>
            <ac:spMk id="132" creationId="{63A422CE-4FEF-59F0-5BAC-A71C23041EFA}"/>
          </ac:spMkLst>
        </pc:spChg>
        <pc:spChg chg="del">
          <ac:chgData name="jinee lee" userId="1214e945a7c48812" providerId="LiveId" clId="{6E0A99D0-10F8-4F29-8710-DA57CC05E397}" dt="2026-02-21T14:27:31.063" v="19" actId="478"/>
          <ac:spMkLst>
            <pc:docMk/>
            <pc:sldMk cId="632804329" sldId="257"/>
            <ac:spMk id="133" creationId="{4533CA18-FFB5-1AED-0ED8-0166A26B47F8}"/>
          </ac:spMkLst>
        </pc:spChg>
        <pc:spChg chg="del">
          <ac:chgData name="jinee lee" userId="1214e945a7c48812" providerId="LiveId" clId="{6E0A99D0-10F8-4F29-8710-DA57CC05E397}" dt="2026-02-21T14:27:31.063" v="19" actId="478"/>
          <ac:spMkLst>
            <pc:docMk/>
            <pc:sldMk cId="632804329" sldId="257"/>
            <ac:spMk id="134" creationId="{8BC5BF0F-7603-72D3-D980-F6293D20278B}"/>
          </ac:spMkLst>
        </pc:spChg>
        <pc:spChg chg="del">
          <ac:chgData name="jinee lee" userId="1214e945a7c48812" providerId="LiveId" clId="{6E0A99D0-10F8-4F29-8710-DA57CC05E397}" dt="2026-02-21T14:27:31.063" v="19" actId="478"/>
          <ac:spMkLst>
            <pc:docMk/>
            <pc:sldMk cId="632804329" sldId="257"/>
            <ac:spMk id="135" creationId="{6A2A4F7A-22CB-AED7-7F14-4AC7363B70EC}"/>
          </ac:spMkLst>
        </pc:spChg>
        <pc:spChg chg="del">
          <ac:chgData name="jinee lee" userId="1214e945a7c48812" providerId="LiveId" clId="{6E0A99D0-10F8-4F29-8710-DA57CC05E397}" dt="2026-02-21T14:27:31.063" v="19" actId="478"/>
          <ac:spMkLst>
            <pc:docMk/>
            <pc:sldMk cId="632804329" sldId="257"/>
            <ac:spMk id="136" creationId="{9DE6F01C-5A72-5635-BE54-049752E3EE4A}"/>
          </ac:spMkLst>
        </pc:spChg>
        <pc:spChg chg="del">
          <ac:chgData name="jinee lee" userId="1214e945a7c48812" providerId="LiveId" clId="{6E0A99D0-10F8-4F29-8710-DA57CC05E397}" dt="2026-02-21T14:27:31.063" v="19" actId="478"/>
          <ac:spMkLst>
            <pc:docMk/>
            <pc:sldMk cId="632804329" sldId="257"/>
            <ac:spMk id="137" creationId="{C479AB9B-B04C-BCBF-EA8D-722449B265BF}"/>
          </ac:spMkLst>
        </pc:spChg>
        <pc:spChg chg="del">
          <ac:chgData name="jinee lee" userId="1214e945a7c48812" providerId="LiveId" clId="{6E0A99D0-10F8-4F29-8710-DA57CC05E397}" dt="2026-02-21T14:27:31.063" v="19" actId="478"/>
          <ac:spMkLst>
            <pc:docMk/>
            <pc:sldMk cId="632804329" sldId="257"/>
            <ac:spMk id="138" creationId="{92D6860F-E405-5884-38C7-125B352BD95E}"/>
          </ac:spMkLst>
        </pc:spChg>
        <pc:spChg chg="del">
          <ac:chgData name="jinee lee" userId="1214e945a7c48812" providerId="LiveId" clId="{6E0A99D0-10F8-4F29-8710-DA57CC05E397}" dt="2026-02-21T14:27:16.842" v="16" actId="478"/>
          <ac:spMkLst>
            <pc:docMk/>
            <pc:sldMk cId="632804329" sldId="257"/>
            <ac:spMk id="140" creationId="{4869D34B-3A26-E4AB-10DF-CCACABF7F6C3}"/>
          </ac:spMkLst>
        </pc:spChg>
        <pc:spChg chg="del">
          <ac:chgData name="jinee lee" userId="1214e945a7c48812" providerId="LiveId" clId="{6E0A99D0-10F8-4F29-8710-DA57CC05E397}" dt="2026-02-21T14:26:46.121" v="9" actId="478"/>
          <ac:spMkLst>
            <pc:docMk/>
            <pc:sldMk cId="632804329" sldId="257"/>
            <ac:spMk id="146" creationId="{B3F5C155-D427-8AA6-8BA1-53C508668C8C}"/>
          </ac:spMkLst>
        </pc:spChg>
        <pc:grpChg chg="del">
          <ac:chgData name="jinee lee" userId="1214e945a7c48812" providerId="LiveId" clId="{6E0A99D0-10F8-4F29-8710-DA57CC05E397}" dt="2026-02-21T14:26:38.197" v="5" actId="478"/>
          <ac:grpSpMkLst>
            <pc:docMk/>
            <pc:sldMk cId="632804329" sldId="257"/>
            <ac:grpSpMk id="5" creationId="{440CB868-5C38-1C42-1A3D-42BC141E6AE0}"/>
          </ac:grpSpMkLst>
        </pc:grpChg>
        <pc:grpChg chg="del">
          <ac:chgData name="jinee lee" userId="1214e945a7c48812" providerId="LiveId" clId="{6E0A99D0-10F8-4F29-8710-DA57CC05E397}" dt="2026-02-21T14:26:41.203" v="7" actId="478"/>
          <ac:grpSpMkLst>
            <pc:docMk/>
            <pc:sldMk cId="632804329" sldId="257"/>
            <ac:grpSpMk id="101" creationId="{C45E4F0A-E240-81D0-668A-6FF4A76926CE}"/>
          </ac:grpSpMkLst>
        </pc:grpChg>
        <pc:grpChg chg="del">
          <ac:chgData name="jinee lee" userId="1214e945a7c48812" providerId="LiveId" clId="{6E0A99D0-10F8-4F29-8710-DA57CC05E397}" dt="2026-02-21T14:26:40.594" v="6" actId="478"/>
          <ac:grpSpMkLst>
            <pc:docMk/>
            <pc:sldMk cId="632804329" sldId="257"/>
            <ac:grpSpMk id="108" creationId="{8F63C7E7-3D58-C480-A773-812CEC3C1BC3}"/>
          </ac:grpSpMkLst>
        </pc:grpChg>
        <pc:picChg chg="del">
          <ac:chgData name="jinee lee" userId="1214e945a7c48812" providerId="LiveId" clId="{6E0A99D0-10F8-4F29-8710-DA57CC05E397}" dt="2026-02-21T14:27:18.193" v="17" actId="478"/>
          <ac:picMkLst>
            <pc:docMk/>
            <pc:sldMk cId="632804329" sldId="257"/>
            <ac:picMk id="85" creationId="{E5E1C613-3D6F-9E49-980D-C1E26430CF5B}"/>
          </ac:picMkLst>
        </pc:picChg>
        <pc:picChg chg="del">
          <ac:chgData name="jinee lee" userId="1214e945a7c48812" providerId="LiveId" clId="{6E0A99D0-10F8-4F29-8710-DA57CC05E397}" dt="2026-02-21T14:27:18.940" v="18" actId="478"/>
          <ac:picMkLst>
            <pc:docMk/>
            <pc:sldMk cId="632804329" sldId="257"/>
            <ac:picMk id="87" creationId="{99A29EAE-70BA-261E-61C2-38659A0AA752}"/>
          </ac:picMkLst>
        </pc:picChg>
      </pc:sldChg>
      <pc:sldMasterChg chg="addSp delSp modSp mod modSldLayout">
        <pc:chgData name="jinee lee" userId="1214e945a7c48812" providerId="LiveId" clId="{6E0A99D0-10F8-4F29-8710-DA57CC05E397}" dt="2026-02-21T14:26:15.864" v="3" actId="21"/>
        <pc:sldMasterMkLst>
          <pc:docMk/>
          <pc:sldMasterMk cId="0" sldId="2147483648"/>
        </pc:sldMasterMkLst>
        <pc:spChg chg="del">
          <ac:chgData name="jinee lee" userId="1214e945a7c48812" providerId="LiveId" clId="{6E0A99D0-10F8-4F29-8710-DA57CC05E397}" dt="2026-02-21T14:25:29.418" v="1" actId="478"/>
          <ac:spMkLst>
            <pc:docMk/>
            <pc:sldMasterMk cId="0" sldId="2147483648"/>
            <ac:spMk id="2" creationId="{00000000-0000-0000-0000-000000000000}"/>
          </ac:spMkLst>
        </pc:spChg>
        <pc:spChg chg="del">
          <ac:chgData name="jinee lee" userId="1214e945a7c48812" providerId="LiveId" clId="{6E0A99D0-10F8-4F29-8710-DA57CC05E397}" dt="2026-02-21T14:25:29.418" v="1" actId="478"/>
          <ac:spMkLst>
            <pc:docMk/>
            <pc:sldMasterMk cId="0" sldId="2147483648"/>
            <ac:spMk id="3" creationId="{00000000-0000-0000-0000-000000000000}"/>
          </ac:spMkLst>
        </pc:spChg>
        <pc:spChg chg="del">
          <ac:chgData name="jinee lee" userId="1214e945a7c48812" providerId="LiveId" clId="{6E0A99D0-10F8-4F29-8710-DA57CC05E397}" dt="2026-02-21T14:25:29.418" v="1" actId="478"/>
          <ac:spMkLst>
            <pc:docMk/>
            <pc:sldMasterMk cId="0" sldId="2147483648"/>
            <ac:spMk id="4" creationId="{00000000-0000-0000-0000-000000000000}"/>
          </ac:spMkLst>
        </pc:spChg>
        <pc:spChg chg="del">
          <ac:chgData name="jinee lee" userId="1214e945a7c48812" providerId="LiveId" clId="{6E0A99D0-10F8-4F29-8710-DA57CC05E397}" dt="2026-02-21T14:25:29.418" v="1" actId="478"/>
          <ac:spMkLst>
            <pc:docMk/>
            <pc:sldMasterMk cId="0" sldId="2147483648"/>
            <ac:spMk id="5" creationId="{00000000-0000-0000-0000-000000000000}"/>
          </ac:spMkLst>
        </pc:spChg>
        <pc:spChg chg="del">
          <ac:chgData name="jinee lee" userId="1214e945a7c48812" providerId="LiveId" clId="{6E0A99D0-10F8-4F29-8710-DA57CC05E397}" dt="2026-02-21T14:25:29.418" v="1" actId="478"/>
          <ac:spMkLst>
            <pc:docMk/>
            <pc:sldMasterMk cId="0" sldId="2147483648"/>
            <ac:spMk id="6" creationId="{00000000-0000-0000-0000-000000000000}"/>
          </ac:spMkLst>
        </pc:spChg>
        <pc:spChg chg="mod">
          <ac:chgData name="jinee lee" userId="1214e945a7c48812" providerId="LiveId" clId="{6E0A99D0-10F8-4F29-8710-DA57CC05E397}" dt="2026-02-21T14:25:31.369" v="2"/>
          <ac:spMkLst>
            <pc:docMk/>
            <pc:sldMasterMk cId="0" sldId="2147483648"/>
            <ac:spMk id="11" creationId="{2383B24A-243B-7BB6-15BE-FED058AFC5F4}"/>
          </ac:spMkLst>
        </pc:spChg>
        <pc:spChg chg="del">
          <ac:chgData name="jinee lee" userId="1214e945a7c48812" providerId="LiveId" clId="{6E0A99D0-10F8-4F29-8710-DA57CC05E397}" dt="2026-02-21T14:26:15.864" v="3" actId="21"/>
          <ac:spMkLst>
            <pc:docMk/>
            <pc:sldMasterMk cId="0" sldId="2147483648"/>
            <ac:spMk id="14" creationId="{9D90EB6D-9E88-35C6-E25A-1508DEA609BF}"/>
          </ac:spMkLst>
        </pc:spChg>
        <pc:spChg chg="add mod">
          <ac:chgData name="jinee lee" userId="1214e945a7c48812" providerId="LiveId" clId="{6E0A99D0-10F8-4F29-8710-DA57CC05E397}" dt="2026-02-21T14:25:31.369" v="2"/>
          <ac:spMkLst>
            <pc:docMk/>
            <pc:sldMasterMk cId="0" sldId="2147483648"/>
            <ac:spMk id="17" creationId="{D3399DFE-AC13-1D73-1F70-53283D7ED943}"/>
          </ac:spMkLst>
        </pc:spChg>
        <pc:spChg chg="mod">
          <ac:chgData name="jinee lee" userId="1214e945a7c48812" providerId="LiveId" clId="{6E0A99D0-10F8-4F29-8710-DA57CC05E397}" dt="2026-02-21T14:25:31.369" v="2"/>
          <ac:spMkLst>
            <pc:docMk/>
            <pc:sldMasterMk cId="0" sldId="2147483648"/>
            <ac:spMk id="23" creationId="{1A5F393D-B9C0-1CEF-C2F7-50DD73120C0F}"/>
          </ac:spMkLst>
        </pc:spChg>
        <pc:spChg chg="mod">
          <ac:chgData name="jinee lee" userId="1214e945a7c48812" providerId="LiveId" clId="{6E0A99D0-10F8-4F29-8710-DA57CC05E397}" dt="2026-02-21T14:25:31.369" v="2"/>
          <ac:spMkLst>
            <pc:docMk/>
            <pc:sldMasterMk cId="0" sldId="2147483648"/>
            <ac:spMk id="30" creationId="{010502F3-B354-C8D9-626B-044B13E951D2}"/>
          </ac:spMkLst>
        </pc:spChg>
        <pc:spChg chg="mod">
          <ac:chgData name="jinee lee" userId="1214e945a7c48812" providerId="LiveId" clId="{6E0A99D0-10F8-4F29-8710-DA57CC05E397}" dt="2026-02-21T14:25:31.369" v="2"/>
          <ac:spMkLst>
            <pc:docMk/>
            <pc:sldMasterMk cId="0" sldId="2147483648"/>
            <ac:spMk id="33" creationId="{E979BCB6-B1E1-7268-6928-EC03B2CA7ED3}"/>
          </ac:spMkLst>
        </pc:spChg>
        <pc:spChg chg="add del mod">
          <ac:chgData name="jinee lee" userId="1214e945a7c48812" providerId="LiveId" clId="{6E0A99D0-10F8-4F29-8710-DA57CC05E397}" dt="2026-02-21T14:26:15.864" v="3" actId="21"/>
          <ac:spMkLst>
            <pc:docMk/>
            <pc:sldMasterMk cId="0" sldId="2147483648"/>
            <ac:spMk id="36" creationId="{73327069-7217-53C2-4484-A711EC1A9191}"/>
          </ac:spMkLst>
        </pc:spChg>
        <pc:spChg chg="add mod">
          <ac:chgData name="jinee lee" userId="1214e945a7c48812" providerId="LiveId" clId="{6E0A99D0-10F8-4F29-8710-DA57CC05E397}" dt="2026-02-21T14:25:31.369" v="2"/>
          <ac:spMkLst>
            <pc:docMk/>
            <pc:sldMasterMk cId="0" sldId="2147483648"/>
            <ac:spMk id="38" creationId="{0F3DE2A3-C15B-912E-056F-816FFEA2161D}"/>
          </ac:spMkLst>
        </pc:spChg>
        <pc:spChg chg="add mod">
          <ac:chgData name="jinee lee" userId="1214e945a7c48812" providerId="LiveId" clId="{6E0A99D0-10F8-4F29-8710-DA57CC05E397}" dt="2026-02-21T14:25:31.369" v="2"/>
          <ac:spMkLst>
            <pc:docMk/>
            <pc:sldMasterMk cId="0" sldId="2147483648"/>
            <ac:spMk id="43" creationId="{387BDB1D-62B4-2419-D313-27B86E86F51E}"/>
          </ac:spMkLst>
        </pc:spChg>
        <pc:spChg chg="del">
          <ac:chgData name="jinee lee" userId="1214e945a7c48812" providerId="LiveId" clId="{6E0A99D0-10F8-4F29-8710-DA57CC05E397}" dt="2026-02-21T14:26:15.864" v="3" actId="21"/>
          <ac:spMkLst>
            <pc:docMk/>
            <pc:sldMasterMk cId="0" sldId="2147483648"/>
            <ac:spMk id="45" creationId="{18DD3338-1179-1BBD-80FF-61A2DE2F0810}"/>
          </ac:spMkLst>
        </pc:spChg>
        <pc:spChg chg="add del mod">
          <ac:chgData name="jinee lee" userId="1214e945a7c48812" providerId="LiveId" clId="{6E0A99D0-10F8-4F29-8710-DA57CC05E397}" dt="2026-02-21T14:26:15.864" v="3" actId="21"/>
          <ac:spMkLst>
            <pc:docMk/>
            <pc:sldMasterMk cId="0" sldId="2147483648"/>
            <ac:spMk id="46" creationId="{50701529-AEB8-97CD-6588-1FE2A28B917F}"/>
          </ac:spMkLst>
        </pc:spChg>
        <pc:spChg chg="add del mod">
          <ac:chgData name="jinee lee" userId="1214e945a7c48812" providerId="LiveId" clId="{6E0A99D0-10F8-4F29-8710-DA57CC05E397}" dt="2026-02-21T14:26:15.864" v="3" actId="21"/>
          <ac:spMkLst>
            <pc:docMk/>
            <pc:sldMasterMk cId="0" sldId="2147483648"/>
            <ac:spMk id="47" creationId="{C1AAE82B-17DF-E7F7-98C3-9CCC629EAD4B}"/>
          </ac:spMkLst>
        </pc:spChg>
        <pc:spChg chg="del">
          <ac:chgData name="jinee lee" userId="1214e945a7c48812" providerId="LiveId" clId="{6E0A99D0-10F8-4F29-8710-DA57CC05E397}" dt="2026-02-21T14:26:15.864" v="3" actId="21"/>
          <ac:spMkLst>
            <pc:docMk/>
            <pc:sldMasterMk cId="0" sldId="2147483648"/>
            <ac:spMk id="48" creationId="{56D4C629-2C8F-410E-F714-89298EED6A1C}"/>
          </ac:spMkLst>
        </pc:spChg>
        <pc:spChg chg="del">
          <ac:chgData name="jinee lee" userId="1214e945a7c48812" providerId="LiveId" clId="{6E0A99D0-10F8-4F29-8710-DA57CC05E397}" dt="2026-02-21T14:26:15.864" v="3" actId="21"/>
          <ac:spMkLst>
            <pc:docMk/>
            <pc:sldMasterMk cId="0" sldId="2147483648"/>
            <ac:spMk id="49" creationId="{32851C6E-3544-D33C-B092-A5E5DDCC6390}"/>
          </ac:spMkLst>
        </pc:spChg>
        <pc:spChg chg="del">
          <ac:chgData name="jinee lee" userId="1214e945a7c48812" providerId="LiveId" clId="{6E0A99D0-10F8-4F29-8710-DA57CC05E397}" dt="2026-02-21T14:26:15.864" v="3" actId="21"/>
          <ac:spMkLst>
            <pc:docMk/>
            <pc:sldMasterMk cId="0" sldId="2147483648"/>
            <ac:spMk id="50" creationId="{BB566081-7AA4-7130-C57F-77076EA1AABE}"/>
          </ac:spMkLst>
        </pc:spChg>
        <pc:sldLayoutChg chg="delSp mod">
          <pc:chgData name="jinee lee" userId="1214e945a7c48812" providerId="LiveId" clId="{6E0A99D0-10F8-4F29-8710-DA57CC05E397}" dt="2026-02-21T14:25:23.877" v="0" actId="478"/>
          <pc:sldLayoutMkLst>
            <pc:docMk/>
            <pc:sldMasterMk cId="0" sldId="2147483648"/>
            <pc:sldLayoutMk cId="0" sldId="2147483655"/>
          </pc:sldLayoutMkLst>
          <pc:spChg chg="del">
            <ac:chgData name="jinee lee" userId="1214e945a7c48812" providerId="LiveId" clId="{6E0A99D0-10F8-4F29-8710-DA57CC05E397}" dt="2026-02-21T14:25:23.877" v="0" actId="478"/>
            <ac:spMkLst>
              <pc:docMk/>
              <pc:sldMasterMk cId="0" sldId="2147483648"/>
              <pc:sldLayoutMk cId="0" sldId="2147483655"/>
              <ac:spMk id="2" creationId="{00000000-0000-0000-0000-000000000000}"/>
            </ac:spMkLst>
          </pc:spChg>
          <pc:spChg chg="del">
            <ac:chgData name="jinee lee" userId="1214e945a7c48812" providerId="LiveId" clId="{6E0A99D0-10F8-4F29-8710-DA57CC05E397}" dt="2026-02-21T14:25:23.877" v="0" actId="478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  <pc:spChg chg="del">
            <ac:chgData name="jinee lee" userId="1214e945a7c48812" providerId="LiveId" clId="{6E0A99D0-10F8-4F29-8710-DA57CC05E397}" dt="2026-02-21T14:25:23.877" v="0" actId="478"/>
            <ac:spMkLst>
              <pc:docMk/>
              <pc:sldMasterMk cId="0" sldId="2147483648"/>
              <pc:sldLayoutMk cId="0" sldId="2147483655"/>
              <ac:spMk id="4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">
            <a:extLst>
              <a:ext uri="{FF2B5EF4-FFF2-40B4-BE49-F238E27FC236}">
                <a16:creationId xmlns:a16="http://schemas.microsoft.com/office/drawing/2014/main" id="{21717CFE-2CB5-7CD1-DD70-FE5B74289889}"/>
              </a:ext>
            </a:extLst>
          </p:cNvPr>
          <p:cNvSpPr/>
          <p:nvPr userDrawn="1"/>
        </p:nvSpPr>
        <p:spPr>
          <a:xfrm>
            <a:off x="2687633" y="7891401"/>
            <a:ext cx="4868867" cy="0"/>
          </a:xfrm>
          <a:prstGeom prst="line">
            <a:avLst/>
          </a:prstGeom>
          <a:ln w="9525" cap="flat">
            <a:solidFill>
              <a:srgbClr val="616D6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9A300180-AA36-986D-BE76-3777A6B058E0}"/>
              </a:ext>
            </a:extLst>
          </p:cNvPr>
          <p:cNvSpPr/>
          <p:nvPr userDrawn="1"/>
        </p:nvSpPr>
        <p:spPr>
          <a:xfrm>
            <a:off x="2688317" y="3473636"/>
            <a:ext cx="4868184" cy="0"/>
          </a:xfrm>
          <a:prstGeom prst="line">
            <a:avLst/>
          </a:prstGeom>
          <a:ln w="9525" cap="flat">
            <a:solidFill>
              <a:srgbClr val="616D6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9" name="Group 5">
            <a:extLst>
              <a:ext uri="{FF2B5EF4-FFF2-40B4-BE49-F238E27FC236}">
                <a16:creationId xmlns:a16="http://schemas.microsoft.com/office/drawing/2014/main" id="{7A0EB831-BD38-15F2-1FA1-2EF2F091EADD}"/>
              </a:ext>
            </a:extLst>
          </p:cNvPr>
          <p:cNvGrpSpPr/>
          <p:nvPr userDrawn="1"/>
        </p:nvGrpSpPr>
        <p:grpSpPr>
          <a:xfrm>
            <a:off x="28250" y="1127587"/>
            <a:ext cx="7560000" cy="9568555"/>
            <a:chOff x="0" y="-85725"/>
            <a:chExt cx="2709333" cy="3429154"/>
          </a:xfrm>
          <a:solidFill>
            <a:srgbClr val="2537DF"/>
          </a:solidFill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86D52DC-C86E-7F36-CEB2-F35D7ED9B3AA}"/>
                </a:ext>
              </a:extLst>
            </p:cNvPr>
            <p:cNvSpPr/>
            <p:nvPr/>
          </p:nvSpPr>
          <p:spPr>
            <a:xfrm>
              <a:off x="0" y="0"/>
              <a:ext cx="2709333" cy="581582"/>
            </a:xfrm>
            <a:custGeom>
              <a:avLst/>
              <a:gdLst/>
              <a:ahLst/>
              <a:cxnLst/>
              <a:rect l="l" t="t" r="r" b="b"/>
              <a:pathLst>
                <a:path w="2709333" h="581582">
                  <a:moveTo>
                    <a:pt x="0" y="0"/>
                  </a:moveTo>
                  <a:lnTo>
                    <a:pt x="2709333" y="0"/>
                  </a:lnTo>
                  <a:lnTo>
                    <a:pt x="2709333" y="581582"/>
                  </a:lnTo>
                  <a:lnTo>
                    <a:pt x="0" y="581582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7">
              <a:extLst>
                <a:ext uri="{FF2B5EF4-FFF2-40B4-BE49-F238E27FC236}">
                  <a16:creationId xmlns:a16="http://schemas.microsoft.com/office/drawing/2014/main" id="{2383B24A-243B-7BB6-15BE-FED058AFC5F4}"/>
                </a:ext>
              </a:extLst>
            </p:cNvPr>
            <p:cNvSpPr txBox="1"/>
            <p:nvPr/>
          </p:nvSpPr>
          <p:spPr>
            <a:xfrm>
              <a:off x="0" y="-85725"/>
              <a:ext cx="2709333" cy="66730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17"/>
                </a:lnSpc>
              </a:pPr>
              <a:endParaRPr/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7EA198E4-0CC9-45F7-3227-189174CE936E}"/>
                </a:ext>
              </a:extLst>
            </p:cNvPr>
            <p:cNvSpPr txBox="1"/>
            <p:nvPr/>
          </p:nvSpPr>
          <p:spPr>
            <a:xfrm>
              <a:off x="0" y="3126197"/>
              <a:ext cx="2709333" cy="21723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17"/>
                </a:lnSpc>
              </a:pPr>
              <a:endParaRPr/>
            </a:p>
          </p:txBody>
        </p:sp>
      </p:grpSp>
      <p:sp>
        <p:nvSpPr>
          <p:cNvPr id="13" name="Freeform 9">
            <a:extLst>
              <a:ext uri="{FF2B5EF4-FFF2-40B4-BE49-F238E27FC236}">
                <a16:creationId xmlns:a16="http://schemas.microsoft.com/office/drawing/2014/main" id="{E27866AC-E684-3421-EB18-721C0A09AF49}"/>
              </a:ext>
            </a:extLst>
          </p:cNvPr>
          <p:cNvSpPr/>
          <p:nvPr userDrawn="1"/>
        </p:nvSpPr>
        <p:spPr>
          <a:xfrm>
            <a:off x="0" y="0"/>
            <a:ext cx="2688316" cy="10692003"/>
          </a:xfrm>
          <a:custGeom>
            <a:avLst/>
            <a:gdLst/>
            <a:ahLst/>
            <a:cxnLst/>
            <a:rect l="l" t="t" r="r" b="b"/>
            <a:pathLst>
              <a:path w="963432" h="3831772">
                <a:moveTo>
                  <a:pt x="0" y="0"/>
                </a:moveTo>
                <a:lnTo>
                  <a:pt x="963432" y="0"/>
                </a:lnTo>
                <a:lnTo>
                  <a:pt x="963432" y="3831772"/>
                </a:lnTo>
                <a:lnTo>
                  <a:pt x="0" y="3831772"/>
                </a:lnTo>
                <a:close/>
              </a:path>
            </a:pathLst>
          </a:custGeom>
          <a:solidFill>
            <a:srgbClr val="2537DF"/>
          </a:solidFill>
        </p:spPr>
        <p:txBody>
          <a:bodyPr/>
          <a:lstStyle/>
          <a:p>
            <a:endParaRPr lang="ko-KR" altLang="en-US"/>
          </a:p>
        </p:txBody>
      </p:sp>
      <p:sp>
        <p:nvSpPr>
          <p:cNvPr id="15" name="TextBox 46">
            <a:extLst>
              <a:ext uri="{FF2B5EF4-FFF2-40B4-BE49-F238E27FC236}">
                <a16:creationId xmlns:a16="http://schemas.microsoft.com/office/drawing/2014/main" id="{C86BA474-E38B-A37F-4824-FBE7CB2D7980}"/>
              </a:ext>
            </a:extLst>
          </p:cNvPr>
          <p:cNvSpPr txBox="1"/>
          <p:nvPr userDrawn="1"/>
        </p:nvSpPr>
        <p:spPr>
          <a:xfrm>
            <a:off x="3035135" y="3078314"/>
            <a:ext cx="2155818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ko-KR" altLang="en-US" sz="1800" b="1">
                <a:solidFill>
                  <a:srgbClr val="0D282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강의분야</a:t>
            </a:r>
            <a:endParaRPr lang="en-US" sz="1800" b="1">
              <a:solidFill>
                <a:srgbClr val="0D2821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  <a:cs typeface="둥근펜 Bold"/>
              <a:sym typeface="둥근펜 Bold"/>
            </a:endParaRPr>
          </a:p>
        </p:txBody>
      </p:sp>
      <p:sp>
        <p:nvSpPr>
          <p:cNvPr id="16" name="TextBox 54">
            <a:extLst>
              <a:ext uri="{FF2B5EF4-FFF2-40B4-BE49-F238E27FC236}">
                <a16:creationId xmlns:a16="http://schemas.microsoft.com/office/drawing/2014/main" id="{B51B58A5-085F-F358-39C5-8D03EA79306E}"/>
              </a:ext>
            </a:extLst>
          </p:cNvPr>
          <p:cNvSpPr txBox="1"/>
          <p:nvPr userDrawn="1"/>
        </p:nvSpPr>
        <p:spPr>
          <a:xfrm>
            <a:off x="3035135" y="7480300"/>
            <a:ext cx="895515" cy="304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1">
                <a:solidFill>
                  <a:srgbClr val="0D2821"/>
                </a:solidFill>
                <a:latin typeface="나눔스퀘어_ac ExtraBold" panose="020B0600000101010101" pitchFamily="50" charset="-127"/>
                <a:ea typeface="나눔스퀘어_ac ExtraBold" panose="020B0600000101010101" pitchFamily="50" charset="-127"/>
                <a:cs typeface="둥근펜 Bold"/>
                <a:sym typeface="둥근펜 Bold"/>
              </a:rPr>
              <a:t>경력사항</a:t>
            </a:r>
          </a:p>
        </p:txBody>
      </p:sp>
      <p:sp>
        <p:nvSpPr>
          <p:cNvPr id="17" name="TextBox 55">
            <a:extLst>
              <a:ext uri="{FF2B5EF4-FFF2-40B4-BE49-F238E27FC236}">
                <a16:creationId xmlns:a16="http://schemas.microsoft.com/office/drawing/2014/main" id="{D3399DFE-AC13-1D73-1F70-53283D7ED943}"/>
              </a:ext>
            </a:extLst>
          </p:cNvPr>
          <p:cNvSpPr txBox="1"/>
          <p:nvPr userDrawn="1"/>
        </p:nvSpPr>
        <p:spPr>
          <a:xfrm>
            <a:off x="3050033" y="4051300"/>
            <a:ext cx="1109218" cy="1252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</a:t>
            </a:r>
            <a:endParaRPr lang="en-US" altLang="ko-KR" sz="1400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</a:t>
            </a:r>
            <a:endParaRPr lang="en-US" altLang="ko-KR" sz="1400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</a:t>
            </a:r>
            <a:endParaRPr lang="en-US" altLang="ko-KR" sz="1400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>
              <a:lnSpc>
                <a:spcPct val="150000"/>
              </a:lnSpc>
            </a:pPr>
            <a:endParaRPr lang="en-US" sz="1400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</p:txBody>
      </p:sp>
      <p:sp>
        <p:nvSpPr>
          <p:cNvPr id="18" name="TextBox 64">
            <a:extLst>
              <a:ext uri="{FF2B5EF4-FFF2-40B4-BE49-F238E27FC236}">
                <a16:creationId xmlns:a16="http://schemas.microsoft.com/office/drawing/2014/main" id="{E6135226-C23A-E7C8-041D-64DF46E9F429}"/>
              </a:ext>
            </a:extLst>
          </p:cNvPr>
          <p:cNvSpPr txBox="1"/>
          <p:nvPr userDrawn="1"/>
        </p:nvSpPr>
        <p:spPr>
          <a:xfrm>
            <a:off x="306430" y="4345854"/>
            <a:ext cx="1924160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en-US" sz="1800" b="1">
                <a:solidFill>
                  <a:srgbClr val="FFFFFF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Profile</a:t>
            </a:r>
          </a:p>
        </p:txBody>
      </p:sp>
      <p:pic>
        <p:nvPicPr>
          <p:cNvPr id="19" name="그림 18" descr="그래픽, 로고, 상징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330AA9-D0FE-FD28-135D-5E9ACE4E3F7D}"/>
              </a:ext>
            </a:extLst>
          </p:cNvPr>
          <p:cNvPicPr preferRelativeResize="0">
            <a:picLocks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617" y="165304"/>
            <a:ext cx="869033" cy="837996"/>
          </a:xfrm>
          <a:prstGeom prst="rect">
            <a:avLst/>
          </a:prstGeom>
        </p:spPr>
      </p:pic>
      <p:pic>
        <p:nvPicPr>
          <p:cNvPr id="20" name="그림 19" descr="폰트, 로고, 그래픽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BAA417-A4F8-29D1-54E1-A505B93F42A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191" y="173527"/>
            <a:ext cx="827871" cy="798092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F736C97D-6684-9CB6-7C1C-80C7B58BBDFE}"/>
              </a:ext>
            </a:extLst>
          </p:cNvPr>
          <p:cNvGrpSpPr/>
          <p:nvPr userDrawn="1"/>
        </p:nvGrpSpPr>
        <p:grpSpPr>
          <a:xfrm>
            <a:off x="425450" y="3088346"/>
            <a:ext cx="1832400" cy="381000"/>
            <a:chOff x="428202" y="3517900"/>
            <a:chExt cx="1832400" cy="381000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64611DE9-A590-7EEC-715A-8DA70AFEA16B}"/>
                </a:ext>
              </a:extLst>
            </p:cNvPr>
            <p:cNvSpPr/>
            <p:nvPr/>
          </p:nvSpPr>
          <p:spPr>
            <a:xfrm>
              <a:off x="428202" y="3517900"/>
              <a:ext cx="1832400" cy="381000"/>
            </a:xfrm>
            <a:prstGeom prst="rect">
              <a:avLst/>
            </a:prstGeom>
            <a:solidFill>
              <a:srgbClr val="01C7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A5F393D-B9C0-1CEF-C2F7-50DD73120C0F}"/>
                </a:ext>
              </a:extLst>
            </p:cNvPr>
            <p:cNvSpPr/>
            <p:nvPr/>
          </p:nvSpPr>
          <p:spPr>
            <a:xfrm>
              <a:off x="849600" y="3557975"/>
              <a:ext cx="1368000" cy="30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FF816678-D87F-0153-19CB-65F7F9F436D9}"/>
                </a:ext>
              </a:extLst>
            </p:cNvPr>
            <p:cNvGrpSpPr/>
            <p:nvPr/>
          </p:nvGrpSpPr>
          <p:grpSpPr>
            <a:xfrm>
              <a:off x="531218" y="3590234"/>
              <a:ext cx="215367" cy="236331"/>
              <a:chOff x="542458" y="3590100"/>
              <a:chExt cx="215367" cy="236331"/>
            </a:xfrm>
          </p:grpSpPr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8175A884-1E8C-534F-DE0D-DF3CB99FE3E7}"/>
                  </a:ext>
                </a:extLst>
              </p:cNvPr>
              <p:cNvSpPr/>
              <p:nvPr/>
            </p:nvSpPr>
            <p:spPr>
              <a:xfrm>
                <a:off x="542458" y="3594100"/>
                <a:ext cx="61200" cy="228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8FE8D512-EBA9-1120-C3B4-58F561AF2075}"/>
                  </a:ext>
                </a:extLst>
              </p:cNvPr>
              <p:cNvSpPr/>
              <p:nvPr/>
            </p:nvSpPr>
            <p:spPr>
              <a:xfrm>
                <a:off x="696625" y="3594100"/>
                <a:ext cx="61200" cy="228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A6B7F41F-0364-3639-3615-F1948E551291}"/>
                  </a:ext>
                </a:extLst>
              </p:cNvPr>
              <p:cNvSpPr/>
              <p:nvPr/>
            </p:nvSpPr>
            <p:spPr>
              <a:xfrm rot="19268197">
                <a:off x="614616" y="3590100"/>
                <a:ext cx="71051" cy="2363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B8C935D-0D70-5A21-8A6A-A8A33B0C2A58}"/>
              </a:ext>
            </a:extLst>
          </p:cNvPr>
          <p:cNvGrpSpPr/>
          <p:nvPr userDrawn="1"/>
        </p:nvGrpSpPr>
        <p:grpSpPr>
          <a:xfrm>
            <a:off x="425450" y="3517900"/>
            <a:ext cx="1832400" cy="381000"/>
            <a:chOff x="428202" y="3517900"/>
            <a:chExt cx="1832400" cy="381000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6A434A74-4BBE-50C1-3947-526832ADD0D4}"/>
                </a:ext>
              </a:extLst>
            </p:cNvPr>
            <p:cNvSpPr/>
            <p:nvPr/>
          </p:nvSpPr>
          <p:spPr>
            <a:xfrm>
              <a:off x="428202" y="3517900"/>
              <a:ext cx="1832400" cy="381000"/>
            </a:xfrm>
            <a:prstGeom prst="rect">
              <a:avLst/>
            </a:prstGeom>
            <a:solidFill>
              <a:srgbClr val="01C7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010502F3-B354-C8D9-626B-044B13E951D2}"/>
                </a:ext>
              </a:extLst>
            </p:cNvPr>
            <p:cNvSpPr/>
            <p:nvPr/>
          </p:nvSpPr>
          <p:spPr>
            <a:xfrm>
              <a:off x="849600" y="3557975"/>
              <a:ext cx="1368000" cy="306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F301732C-72F3-FC36-DF7F-6934807CDB5A}"/>
                </a:ext>
              </a:extLst>
            </p:cNvPr>
            <p:cNvGrpSpPr/>
            <p:nvPr/>
          </p:nvGrpSpPr>
          <p:grpSpPr>
            <a:xfrm>
              <a:off x="531218" y="3590234"/>
              <a:ext cx="215367" cy="236331"/>
              <a:chOff x="542458" y="3590100"/>
              <a:chExt cx="215367" cy="236331"/>
            </a:xfrm>
          </p:grpSpPr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EBFFB82D-3FF6-5FAE-0B9B-BE4A65FB328D}"/>
                  </a:ext>
                </a:extLst>
              </p:cNvPr>
              <p:cNvSpPr/>
              <p:nvPr/>
            </p:nvSpPr>
            <p:spPr>
              <a:xfrm>
                <a:off x="542458" y="3594100"/>
                <a:ext cx="61200" cy="228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E979BCB6-B1E1-7268-6928-EC03B2CA7ED3}"/>
                  </a:ext>
                </a:extLst>
              </p:cNvPr>
              <p:cNvSpPr/>
              <p:nvPr/>
            </p:nvSpPr>
            <p:spPr>
              <a:xfrm>
                <a:off x="696625" y="3594100"/>
                <a:ext cx="61200" cy="2286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B84EAB81-E8C3-F431-D3D8-2AF64F1D12F9}"/>
                  </a:ext>
                </a:extLst>
              </p:cNvPr>
              <p:cNvSpPr/>
              <p:nvPr/>
            </p:nvSpPr>
            <p:spPr>
              <a:xfrm rot="19268197">
                <a:off x="614616" y="3590100"/>
                <a:ext cx="71051" cy="2363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05A554C-5B62-8AC3-AF43-D28FB53340A0}"/>
              </a:ext>
            </a:extLst>
          </p:cNvPr>
          <p:cNvSpPr/>
          <p:nvPr userDrawn="1"/>
        </p:nvSpPr>
        <p:spPr>
          <a:xfrm>
            <a:off x="73539" y="4838334"/>
            <a:ext cx="2614094" cy="310360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</a:t>
            </a:r>
            <a:endParaRPr lang="ko-KR" altLang="en-US" sz="1200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</a:t>
            </a:r>
            <a:endParaRPr lang="ko-KR" altLang="en-US" sz="1200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</a:t>
            </a:r>
            <a:endParaRPr lang="ko-KR" altLang="en-US" sz="1200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</a:t>
            </a:r>
            <a:endParaRPr lang="ko-KR" altLang="en-US" sz="1200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</a:t>
            </a:r>
            <a:endParaRPr lang="ko-KR" altLang="en-US" sz="1200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</a:t>
            </a:r>
            <a:endParaRPr lang="ko-KR" altLang="en-US" sz="1200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</a:t>
            </a:r>
            <a:endParaRPr lang="ko-KR" altLang="en-US" sz="1200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</a:t>
            </a:r>
            <a:endParaRPr lang="ko-KR" altLang="en-US" sz="1200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</a:t>
            </a:r>
            <a:endParaRPr lang="ko-KR" altLang="en-US" sz="1200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endParaRPr lang="ko-KR" altLang="en-US" sz="1200" b="1" dirty="0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28FCD8B-6139-008B-88D7-16EEB1EE3536}"/>
              </a:ext>
            </a:extLst>
          </p:cNvPr>
          <p:cNvSpPr/>
          <p:nvPr userDrawn="1"/>
        </p:nvSpPr>
        <p:spPr>
          <a:xfrm>
            <a:off x="2940050" y="3594100"/>
            <a:ext cx="1752600" cy="402683"/>
          </a:xfrm>
          <a:prstGeom prst="roundRect">
            <a:avLst/>
          </a:prstGeom>
          <a:solidFill>
            <a:schemeClr val="bg1"/>
          </a:solidFill>
          <a:ln>
            <a:solidFill>
              <a:srgbClr val="2537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F3DE2A3-C15B-912E-056F-816FFEA2161D}"/>
              </a:ext>
            </a:extLst>
          </p:cNvPr>
          <p:cNvSpPr/>
          <p:nvPr userDrawn="1"/>
        </p:nvSpPr>
        <p:spPr>
          <a:xfrm>
            <a:off x="5280745" y="3594100"/>
            <a:ext cx="1752600" cy="402683"/>
          </a:xfrm>
          <a:prstGeom prst="roundRect">
            <a:avLst/>
          </a:prstGeom>
          <a:solidFill>
            <a:schemeClr val="bg1"/>
          </a:solidFill>
          <a:ln>
            <a:solidFill>
              <a:srgbClr val="2537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55">
            <a:extLst>
              <a:ext uri="{FF2B5EF4-FFF2-40B4-BE49-F238E27FC236}">
                <a16:creationId xmlns:a16="http://schemas.microsoft.com/office/drawing/2014/main" id="{4B0427FD-B058-844E-8176-1BB32A872E13}"/>
              </a:ext>
            </a:extLst>
          </p:cNvPr>
          <p:cNvSpPr txBox="1"/>
          <p:nvPr userDrawn="1"/>
        </p:nvSpPr>
        <p:spPr>
          <a:xfrm>
            <a:off x="5457399" y="4051300"/>
            <a:ext cx="1812430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endParaRPr lang="en-US" altLang="ko-KR" sz="1400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endParaRPr lang="en-US" altLang="ko-KR" sz="1400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endParaRPr lang="en-US" altLang="ko-KR" sz="1400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endParaRPr lang="en-US" altLang="ko-KR" sz="1400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endParaRPr lang="en-US" altLang="ko-KR" sz="1400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</p:txBody>
      </p:sp>
      <p:sp>
        <p:nvSpPr>
          <p:cNvPr id="40" name="TextBox 55">
            <a:extLst>
              <a:ext uri="{FF2B5EF4-FFF2-40B4-BE49-F238E27FC236}">
                <a16:creationId xmlns:a16="http://schemas.microsoft.com/office/drawing/2014/main" id="{C86B7AE3-5248-81F6-7E5B-BA73DF75B9F9}"/>
              </a:ext>
            </a:extLst>
          </p:cNvPr>
          <p:cNvSpPr txBox="1"/>
          <p:nvPr userDrawn="1"/>
        </p:nvSpPr>
        <p:spPr>
          <a:xfrm>
            <a:off x="3050032" y="5911208"/>
            <a:ext cx="2140921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endParaRPr lang="en-US" altLang="ko-KR" sz="1400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endParaRPr lang="en-US" altLang="ko-KR" sz="1400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endParaRPr lang="en-US" altLang="ko-KR" sz="1400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endParaRPr lang="en-US" altLang="ko-KR" sz="1400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endParaRPr lang="en-US" altLang="ko-KR" sz="1400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277A5AFD-2B22-530E-D5AB-DFEF61FBE316}"/>
              </a:ext>
            </a:extLst>
          </p:cNvPr>
          <p:cNvSpPr/>
          <p:nvPr userDrawn="1"/>
        </p:nvSpPr>
        <p:spPr>
          <a:xfrm>
            <a:off x="2940050" y="5454008"/>
            <a:ext cx="1752600" cy="402683"/>
          </a:xfrm>
          <a:prstGeom prst="roundRect">
            <a:avLst/>
          </a:prstGeom>
          <a:solidFill>
            <a:schemeClr val="bg1"/>
          </a:solidFill>
          <a:ln>
            <a:solidFill>
              <a:srgbClr val="2537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3BAC60A9-CEF3-CF84-F87C-21CE8F10769F}"/>
              </a:ext>
            </a:extLst>
          </p:cNvPr>
          <p:cNvSpPr/>
          <p:nvPr userDrawn="1"/>
        </p:nvSpPr>
        <p:spPr>
          <a:xfrm>
            <a:off x="5280745" y="5454008"/>
            <a:ext cx="1752600" cy="402683"/>
          </a:xfrm>
          <a:prstGeom prst="roundRect">
            <a:avLst/>
          </a:prstGeom>
          <a:solidFill>
            <a:schemeClr val="bg1"/>
          </a:solidFill>
          <a:ln>
            <a:solidFill>
              <a:srgbClr val="2537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55">
            <a:extLst>
              <a:ext uri="{FF2B5EF4-FFF2-40B4-BE49-F238E27FC236}">
                <a16:creationId xmlns:a16="http://schemas.microsoft.com/office/drawing/2014/main" id="{387BDB1D-62B4-2419-D313-27B86E86F51E}"/>
              </a:ext>
            </a:extLst>
          </p:cNvPr>
          <p:cNvSpPr txBox="1"/>
          <p:nvPr userDrawn="1"/>
        </p:nvSpPr>
        <p:spPr>
          <a:xfrm>
            <a:off x="5457399" y="5911208"/>
            <a:ext cx="1812430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endParaRPr lang="en-US" altLang="ko-KR" sz="1400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endParaRPr lang="en-US" altLang="ko-KR" sz="1400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endParaRPr lang="en-US" altLang="ko-KR" sz="1400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endParaRPr lang="en-US" altLang="ko-KR" sz="1400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B64A3854-C661-9283-8A48-39CAE00E8791}"/>
              </a:ext>
            </a:extLst>
          </p:cNvPr>
          <p:cNvSpPr txBox="1"/>
          <p:nvPr userDrawn="1"/>
        </p:nvSpPr>
        <p:spPr>
          <a:xfrm>
            <a:off x="28250" y="9958376"/>
            <a:ext cx="7560000" cy="600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56"/>
              </a:lnSpc>
            </a:pPr>
            <a:r>
              <a:rPr lang="ko-KR" altLang="en-US" sz="1600" b="1">
                <a:solidFill>
                  <a:srgbClr val="FAE8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둥근펜 Bold"/>
                <a:sym typeface="둥근펜 Bold"/>
              </a:rPr>
              <a:t>강사섭외 </a:t>
            </a:r>
            <a:r>
              <a:rPr lang="en-US" altLang="ko-KR" sz="1600" b="1" spc="-167">
                <a:ln>
                  <a:solidFill>
                    <a:srgbClr val="53585F">
                      <a:alpha val="0"/>
                    </a:srgbClr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|</a:t>
            </a:r>
            <a:r>
              <a:rPr lang="ko-KR" altLang="en-US" sz="1600" b="1">
                <a:solidFill>
                  <a:srgbClr val="FAE8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둥근펜 Bold"/>
                <a:sym typeface="둥근펜 Bold"/>
              </a:rPr>
              <a:t>  대표번호  </a:t>
            </a:r>
            <a:r>
              <a:rPr lang="en-US" altLang="ko-KR" sz="1600" b="1">
                <a:solidFill>
                  <a:srgbClr val="FAE8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둥근펜 Bold"/>
                <a:sym typeface="둥근펜 Bold"/>
              </a:rPr>
              <a:t>010-7374-1270  </a:t>
            </a:r>
            <a:r>
              <a:rPr lang="ko-KR" altLang="en-US" sz="1600" b="1">
                <a:solidFill>
                  <a:srgbClr val="FAE8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둥근펜 Bold"/>
                <a:sym typeface="둥근펜 Bold"/>
              </a:rPr>
              <a:t>미래디지털</a:t>
            </a:r>
            <a:r>
              <a:rPr lang="en-US" altLang="ko-KR" sz="1600" b="1">
                <a:solidFill>
                  <a:srgbClr val="FAE8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둥근펜 Bold"/>
                <a:sym typeface="둥근펜 Bold"/>
              </a:rPr>
              <a:t>AI</a:t>
            </a:r>
            <a:r>
              <a:rPr lang="ko-KR" altLang="en-US" sz="1600" b="1">
                <a:solidFill>
                  <a:srgbClr val="FAE8E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둥근펜 Bold"/>
                <a:sym typeface="둥근펜 Bold"/>
              </a:rPr>
              <a:t>협회장 서순례</a:t>
            </a:r>
            <a:endParaRPr lang="en-US" sz="1600" b="1">
              <a:solidFill>
                <a:srgbClr val="FAE8E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둥근펜 Bold"/>
              <a:sym typeface="둥근펜 Bold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F035F7A-5CA6-FC8C-897B-05FBF616E2C9}"/>
              </a:ext>
            </a:extLst>
          </p:cNvPr>
          <p:cNvSpPr txBox="1"/>
          <p:nvPr userDrawn="1"/>
        </p:nvSpPr>
        <p:spPr>
          <a:xfrm>
            <a:off x="2711450" y="403296"/>
            <a:ext cx="38680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/>
              <a:t>https://</a:t>
            </a:r>
            <a:r>
              <a:rPr lang="en-US" altLang="ko-KR" sz="1600" b="1"/>
              <a:t>mirae</a:t>
            </a:r>
            <a:r>
              <a:rPr lang="ko-KR" altLang="en-US" sz="1600" b="1"/>
              <a:t>digitalai</a:t>
            </a:r>
            <a:r>
              <a:rPr lang="en-US" altLang="ko-KR" sz="1600" b="1"/>
              <a:t>.com</a:t>
            </a:r>
            <a:endParaRPr lang="ko-KR" altLang="en-US" sz="1600" b="1"/>
          </a:p>
        </p:txBody>
      </p:sp>
      <p:sp>
        <p:nvSpPr>
          <p:cNvPr id="52" name="TextBox 54">
            <a:extLst>
              <a:ext uri="{FF2B5EF4-FFF2-40B4-BE49-F238E27FC236}">
                <a16:creationId xmlns:a16="http://schemas.microsoft.com/office/drawing/2014/main" id="{C2D8D44C-246C-8236-5271-E383A4B3F386}"/>
              </a:ext>
            </a:extLst>
          </p:cNvPr>
          <p:cNvSpPr txBox="1"/>
          <p:nvPr userDrawn="1"/>
        </p:nvSpPr>
        <p:spPr>
          <a:xfrm>
            <a:off x="291935" y="8232475"/>
            <a:ext cx="895515" cy="304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</a:pPr>
            <a:r>
              <a:rPr lang="ko-KR" altLang="en-US" sz="1800" b="1">
                <a:solidFill>
                  <a:schemeClr val="bg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저서</a:t>
            </a:r>
            <a:endParaRPr lang="en-US" sz="1800" b="1">
              <a:solidFill>
                <a:schemeClr val="bg1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  <a:cs typeface="둥근펜 Bold"/>
              <a:sym typeface="둥근펜 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emf"/><Relationship Id="rId5" Type="http://schemas.openxmlformats.org/officeDocument/2006/relationships/image" Target="../media/image6.PNG"/><Relationship Id="rId10" Type="http://schemas.openxmlformats.org/officeDocument/2006/relationships/image" Target="../media/image11.emf"/><Relationship Id="rId4" Type="http://schemas.openxmlformats.org/officeDocument/2006/relationships/image" Target="../media/image5.jpg"/><Relationship Id="rId9" Type="http://schemas.openxmlformats.org/officeDocument/2006/relationships/image" Target="../media/image10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4"/>
          <p:cNvSpPr txBox="1"/>
          <p:nvPr/>
        </p:nvSpPr>
        <p:spPr>
          <a:xfrm>
            <a:off x="3014747" y="1460500"/>
            <a:ext cx="3963903" cy="691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56"/>
              </a:lnSpc>
            </a:pPr>
            <a:r>
              <a:rPr lang="ko-KR" altLang="en-US" sz="4040" b="1">
                <a:solidFill>
                  <a:schemeClr val="accent6">
                    <a:lumMod val="40000"/>
                    <a:lumOff val="60000"/>
                  </a:schemeClr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이 혜</a:t>
            </a:r>
            <a:r>
              <a:rPr lang="en-US" sz="4040" b="1">
                <a:solidFill>
                  <a:schemeClr val="accent6">
                    <a:lumMod val="40000"/>
                    <a:lumOff val="60000"/>
                  </a:schemeClr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 </a:t>
            </a:r>
            <a:r>
              <a:rPr lang="ko-KR" altLang="en-US" sz="4040" b="1">
                <a:solidFill>
                  <a:schemeClr val="accent6">
                    <a:lumMod val="40000"/>
                    <a:lumOff val="60000"/>
                  </a:schemeClr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진  </a:t>
            </a:r>
            <a:r>
              <a:rPr lang="ko-KR" altLang="en-US" sz="2000" b="1">
                <a:solidFill>
                  <a:schemeClr val="accent6">
                    <a:lumMod val="40000"/>
                    <a:lumOff val="60000"/>
                  </a:schemeClr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교육이사</a:t>
            </a:r>
            <a:endParaRPr lang="en-US" sz="2000" b="1">
              <a:solidFill>
                <a:schemeClr val="accent6">
                  <a:lumMod val="40000"/>
                  <a:lumOff val="60000"/>
                </a:schemeClr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  <a:cs typeface="둥근펜 Bold"/>
              <a:sym typeface="둥근펜 Bold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3050033" y="4051300"/>
            <a:ext cx="1109218" cy="938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  <a:sym typeface="둥근펜"/>
              </a:rPr>
              <a:t>관공서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  <a:sym typeface="둥근펜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기업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학교</a:t>
            </a:r>
            <a:endParaRPr lang="en-US" sz="1400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</p:txBody>
      </p:sp>
      <p:pic>
        <p:nvPicPr>
          <p:cNvPr id="81" name="그림 80" descr="인간의 얼굴, 사람, 의류, 인물사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2FCF4B-C4C4-1206-789D-2A9CE9A63D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50" y="165100"/>
            <a:ext cx="1938198" cy="2903619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60FD4E38-C5C7-AE87-FB8B-2E2BF3CE086C}"/>
              </a:ext>
            </a:extLst>
          </p:cNvPr>
          <p:cNvSpPr txBox="1"/>
          <p:nvPr/>
        </p:nvSpPr>
        <p:spPr>
          <a:xfrm>
            <a:off x="657650" y="3131037"/>
            <a:ext cx="1686504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917213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200" spc="-150">
                <a:ln>
                  <a:solidFill>
                    <a:srgbClr val="53585F">
                      <a:alpha val="30000"/>
                    </a:srgbClr>
                  </a:solidFill>
                </a:ln>
                <a:solidFill>
                  <a:schemeClr val="tx2">
                    <a:lumMod val="10000"/>
                  </a:schemeClr>
                </a:solidFill>
                <a:latin typeface="+mn-ea"/>
              </a:rPr>
              <a:t>(</a:t>
            </a:r>
            <a:r>
              <a:rPr lang="ko-KR" altLang="en-US" sz="1200" spc="-150">
                <a:ln>
                  <a:solidFill>
                    <a:srgbClr val="53585F">
                      <a:alpha val="30000"/>
                    </a:srgbClr>
                  </a:solidFill>
                </a:ln>
                <a:solidFill>
                  <a:schemeClr val="tx2">
                    <a:lumMod val="10000"/>
                  </a:schemeClr>
                </a:solidFill>
                <a:latin typeface="+mn-ea"/>
              </a:rPr>
              <a:t>주</a:t>
            </a:r>
            <a:r>
              <a:rPr lang="en-US" altLang="ko-KR" sz="1200" spc="-150">
                <a:ln>
                  <a:solidFill>
                    <a:srgbClr val="53585F">
                      <a:alpha val="30000"/>
                    </a:srgbClr>
                  </a:solidFill>
                </a:ln>
                <a:solidFill>
                  <a:schemeClr val="tx2">
                    <a:lumMod val="10000"/>
                  </a:schemeClr>
                </a:solidFill>
                <a:latin typeface="+mn-ea"/>
              </a:rPr>
              <a:t>)</a:t>
            </a:r>
            <a:r>
              <a:rPr lang="ko-KR" altLang="en-US" sz="1200" spc="-150">
                <a:ln>
                  <a:solidFill>
                    <a:srgbClr val="53585F">
                      <a:alpha val="30000"/>
                    </a:srgbClr>
                  </a:solidFill>
                </a:ln>
                <a:solidFill>
                  <a:schemeClr val="tx2">
                    <a:lumMod val="10000"/>
                  </a:schemeClr>
                </a:solidFill>
                <a:latin typeface="+mn-ea"/>
              </a:rPr>
              <a:t>디클레이 이혜진</a:t>
            </a:r>
            <a:endParaRPr lang="ko-KR" altLang="en-US" sz="1200" spc="-150" dirty="0">
              <a:ln>
                <a:solidFill>
                  <a:srgbClr val="53585F">
                    <a:alpha val="30000"/>
                  </a:srgbClr>
                </a:solidFill>
              </a:ln>
              <a:solidFill>
                <a:schemeClr val="tx2">
                  <a:lumMod val="10000"/>
                </a:schemeClr>
              </a:solidFill>
              <a:latin typeface="+mn-ea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BA44E60-F7CF-2E9B-0AD0-EE6AF167B170}"/>
              </a:ext>
            </a:extLst>
          </p:cNvPr>
          <p:cNvSpPr txBox="1"/>
          <p:nvPr/>
        </p:nvSpPr>
        <p:spPr>
          <a:xfrm>
            <a:off x="657650" y="3597726"/>
            <a:ext cx="1686504" cy="2423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917213" eaLnBrk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050" spc="-150">
                <a:ln>
                  <a:solidFill>
                    <a:srgbClr val="53585F">
                      <a:alpha val="30000"/>
                    </a:srgbClr>
                  </a:solidFill>
                </a:ln>
                <a:solidFill>
                  <a:schemeClr val="tx2">
                    <a:lumMod val="10000"/>
                  </a:schemeClr>
                </a:solidFill>
                <a:latin typeface="+mn-ea"/>
              </a:rPr>
              <a:t>미래디지털 </a:t>
            </a:r>
            <a:r>
              <a:rPr lang="en-US" altLang="ko-KR" sz="1050" spc="-150">
                <a:ln>
                  <a:solidFill>
                    <a:srgbClr val="53585F">
                      <a:alpha val="30000"/>
                    </a:srgbClr>
                  </a:solidFill>
                </a:ln>
                <a:solidFill>
                  <a:schemeClr val="tx2">
                    <a:lumMod val="10000"/>
                  </a:schemeClr>
                </a:solidFill>
                <a:latin typeface="+mn-ea"/>
              </a:rPr>
              <a:t>AI </a:t>
            </a:r>
            <a:r>
              <a:rPr lang="ko-KR" altLang="en-US" sz="1050" spc="-150">
                <a:ln>
                  <a:solidFill>
                    <a:srgbClr val="53585F">
                      <a:alpha val="30000"/>
                    </a:srgbClr>
                  </a:solidFill>
                </a:ln>
                <a:solidFill>
                  <a:schemeClr val="tx2">
                    <a:lumMod val="10000"/>
                  </a:schemeClr>
                </a:solidFill>
                <a:latin typeface="+mn-ea"/>
              </a:rPr>
              <a:t>협회 이혜진</a:t>
            </a:r>
            <a:endParaRPr lang="ko-KR" altLang="en-US" sz="1050" spc="-150" dirty="0">
              <a:ln>
                <a:solidFill>
                  <a:srgbClr val="53585F">
                    <a:alpha val="30000"/>
                  </a:srgbClr>
                </a:solidFill>
              </a:ln>
              <a:solidFill>
                <a:schemeClr val="tx2">
                  <a:lumMod val="10000"/>
                </a:schemeClr>
              </a:solidFill>
              <a:latin typeface="+mn-ea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0553E4F2-F5CE-87F7-AEE8-F8A466444E31}"/>
              </a:ext>
            </a:extLst>
          </p:cNvPr>
          <p:cNvSpPr/>
          <p:nvPr/>
        </p:nvSpPr>
        <p:spPr>
          <a:xfrm>
            <a:off x="73539" y="4838334"/>
            <a:ext cx="2614094" cy="310360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 </a:t>
            </a:r>
            <a:r>
              <a:rPr lang="ko-KR" altLang="en-US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데이터거래사</a:t>
            </a:r>
            <a:endParaRPr lang="en-US" altLang="ko-KR" sz="1200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 </a:t>
            </a:r>
            <a:r>
              <a:rPr lang="en-US" altLang="ko-KR" sz="12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2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과학기술정보통신부 등록</a:t>
            </a:r>
            <a:r>
              <a:rPr lang="en-US" altLang="ko-KR" sz="12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  <a:endParaRPr lang="en-US" altLang="ko-KR" sz="1200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 K-DT</a:t>
            </a:r>
            <a:r>
              <a:rPr lang="ko-KR" altLang="en-US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직업능력개발훈련교사</a:t>
            </a: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 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 </a:t>
            </a:r>
            <a:r>
              <a:rPr lang="en-US" altLang="ko-KR" sz="12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2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고용노동부 자격</a:t>
            </a:r>
            <a:r>
              <a:rPr lang="en-US" altLang="ko-KR" sz="12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 </a:t>
            </a:r>
            <a:r>
              <a:rPr lang="ko-KR" altLang="en-US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미래디지털</a:t>
            </a: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AI</a:t>
            </a:r>
            <a:r>
              <a:rPr lang="ko-KR" altLang="en-US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협회 교육이사</a:t>
            </a: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,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 </a:t>
            </a:r>
            <a:r>
              <a:rPr lang="ko-KR" altLang="en-US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대표전임강사</a:t>
            </a:r>
            <a:endParaRPr lang="en-US" altLang="ko-KR" sz="1200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 The ESG Times </a:t>
            </a:r>
            <a:r>
              <a:rPr lang="ko-KR" altLang="en-US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수석기자</a:t>
            </a:r>
            <a:endParaRPr lang="en-US" altLang="ko-KR" sz="1200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 </a:t>
            </a:r>
            <a:r>
              <a:rPr lang="ko-KR" altLang="en-US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경인교육대학원 교육학 석사 과정</a:t>
            </a:r>
            <a:endParaRPr lang="en-US" altLang="ko-KR" sz="1200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 </a:t>
            </a:r>
            <a:r>
              <a:rPr lang="ko-KR" altLang="en-US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현</a:t>
            </a: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디클레이 대표</a:t>
            </a:r>
            <a:endParaRPr lang="en-US" altLang="ko-KR" sz="1200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 </a:t>
            </a:r>
            <a:r>
              <a:rPr lang="ko-KR" altLang="en-US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전</a:t>
            </a: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총무처 행정직 공무원</a:t>
            </a:r>
            <a:endParaRPr lang="en-US" altLang="ko-KR" sz="1200" b="1" dirty="0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· </a:t>
            </a:r>
            <a:r>
              <a:rPr lang="ko-KR" altLang="en-US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전</a:t>
            </a:r>
            <a:r>
              <a:rPr lang="en-US" altLang="ko-KR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)</a:t>
            </a:r>
            <a:r>
              <a:rPr lang="ko-KR" altLang="en-US" sz="12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근로복지공단 보상부</a:t>
            </a:r>
            <a:endParaRPr lang="ko-KR" altLang="en-US" sz="1200" b="1" dirty="0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C00E7C9-A72C-E280-7663-C55F1E1BFCA4}"/>
              </a:ext>
            </a:extLst>
          </p:cNvPr>
          <p:cNvSpPr txBox="1"/>
          <p:nvPr/>
        </p:nvSpPr>
        <p:spPr>
          <a:xfrm>
            <a:off x="2940050" y="2244410"/>
            <a:ext cx="4545013" cy="384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4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미래디지털</a:t>
            </a:r>
            <a:r>
              <a:rPr lang="en-US" altLang="ko-KR" sz="14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AI</a:t>
            </a:r>
            <a:r>
              <a:rPr lang="ko-KR" altLang="en-US" sz="14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협회  </a:t>
            </a:r>
            <a:r>
              <a:rPr lang="en-US" altLang="ko-KR" sz="14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AI</a:t>
            </a:r>
            <a:r>
              <a:rPr lang="ko-KR" altLang="en-US" sz="14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분야 대표강사</a:t>
            </a:r>
            <a:endParaRPr lang="en-US" altLang="ko-KR" sz="1400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sp>
        <p:nvSpPr>
          <p:cNvPr id="122" name="TextBox 57">
            <a:extLst>
              <a:ext uri="{FF2B5EF4-FFF2-40B4-BE49-F238E27FC236}">
                <a16:creationId xmlns:a16="http://schemas.microsoft.com/office/drawing/2014/main" id="{D8E8BA1B-3174-E906-B41C-71B2CC42217A}"/>
              </a:ext>
            </a:extLst>
          </p:cNvPr>
          <p:cNvSpPr txBox="1"/>
          <p:nvPr/>
        </p:nvSpPr>
        <p:spPr>
          <a:xfrm>
            <a:off x="3444033" y="3705298"/>
            <a:ext cx="954267" cy="205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59"/>
              </a:lnSpc>
            </a:pPr>
            <a:r>
              <a:rPr lang="ko-KR" altLang="en-US" sz="1600" b="1">
                <a:solidFill>
                  <a:srgbClr val="0D282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교육분야</a:t>
            </a:r>
            <a:endParaRPr lang="en-US" sz="1600" b="1">
              <a:solidFill>
                <a:srgbClr val="0D2821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123" name="TextBox 57">
            <a:extLst>
              <a:ext uri="{FF2B5EF4-FFF2-40B4-BE49-F238E27FC236}">
                <a16:creationId xmlns:a16="http://schemas.microsoft.com/office/drawing/2014/main" id="{1C98C2DD-4227-7243-1D1C-C5974D56248E}"/>
              </a:ext>
            </a:extLst>
          </p:cNvPr>
          <p:cNvSpPr txBox="1"/>
          <p:nvPr/>
        </p:nvSpPr>
        <p:spPr>
          <a:xfrm>
            <a:off x="5457399" y="3705298"/>
            <a:ext cx="1368851" cy="205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59"/>
              </a:lnSpc>
            </a:pPr>
            <a:r>
              <a:rPr lang="en-US" sz="1600" b="1">
                <a:solidFill>
                  <a:srgbClr val="0D282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DX </a:t>
            </a:r>
            <a:r>
              <a:rPr lang="ko-KR" altLang="en-US" sz="1600" b="1">
                <a:solidFill>
                  <a:srgbClr val="0D282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디지털 전환</a:t>
            </a:r>
            <a:endParaRPr lang="en-US" sz="1600" b="1">
              <a:solidFill>
                <a:srgbClr val="0D2821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124" name="TextBox 55">
            <a:extLst>
              <a:ext uri="{FF2B5EF4-FFF2-40B4-BE49-F238E27FC236}">
                <a16:creationId xmlns:a16="http://schemas.microsoft.com/office/drawing/2014/main" id="{58ECFE8A-377B-4B7C-6C68-60F8FC5C9B06}"/>
              </a:ext>
            </a:extLst>
          </p:cNvPr>
          <p:cNvSpPr txBox="1"/>
          <p:nvPr/>
        </p:nvSpPr>
        <p:spPr>
          <a:xfrm>
            <a:off x="5457399" y="4051300"/>
            <a:ext cx="1812430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sym typeface="둥근펜"/>
              </a:rPr>
              <a:t>생성형 </a:t>
            </a: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sym typeface="둥근펜"/>
              </a:rPr>
              <a:t>AI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sym typeface="둥근펜"/>
              </a:rPr>
              <a:t>활용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AI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마케팅 전략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윤리</a:t>
            </a: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/AI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리터러시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데이터분석</a:t>
            </a: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/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시각화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AI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자동화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sym typeface="둥근펜"/>
              </a:rPr>
              <a:t>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sym typeface="둥근펜"/>
              </a:rPr>
              <a:t>바이브 코딩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rgbClr val="0D2821"/>
              </a:solidFill>
              <a:latin typeface="+mn-ea"/>
              <a:sym typeface="둥근펜"/>
            </a:endParaRPr>
          </a:p>
        </p:txBody>
      </p:sp>
      <p:sp>
        <p:nvSpPr>
          <p:cNvPr id="125" name="TextBox 55">
            <a:extLst>
              <a:ext uri="{FF2B5EF4-FFF2-40B4-BE49-F238E27FC236}">
                <a16:creationId xmlns:a16="http://schemas.microsoft.com/office/drawing/2014/main" id="{2364A4E5-B3D5-ABEC-CF59-BCD7497E35E2}"/>
              </a:ext>
            </a:extLst>
          </p:cNvPr>
          <p:cNvSpPr txBox="1"/>
          <p:nvPr/>
        </p:nvSpPr>
        <p:spPr>
          <a:xfrm>
            <a:off x="3050032" y="5911208"/>
            <a:ext cx="2140921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  <a:sym typeface="둥근펜"/>
              </a:rPr>
              <a:t>신입사원 교육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  <a:sym typeface="둥근펜"/>
            </a:endParaRP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임직원 역량강화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사원</a:t>
            </a: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.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임원 온보딩 교육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. DX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리더십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 .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커뮤니케이션 </a:t>
            </a: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소통</a:t>
            </a:r>
            <a:endParaRPr lang="en-US" sz="1400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</p:txBody>
      </p:sp>
      <p:sp>
        <p:nvSpPr>
          <p:cNvPr id="128" name="TextBox 55">
            <a:extLst>
              <a:ext uri="{FF2B5EF4-FFF2-40B4-BE49-F238E27FC236}">
                <a16:creationId xmlns:a16="http://schemas.microsoft.com/office/drawing/2014/main" id="{7D9C518A-E968-07D6-C59F-090C90080ED7}"/>
              </a:ext>
            </a:extLst>
          </p:cNvPr>
          <p:cNvSpPr txBox="1"/>
          <p:nvPr/>
        </p:nvSpPr>
        <p:spPr>
          <a:xfrm>
            <a:off x="5457399" y="5911208"/>
            <a:ext cx="1812430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AI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활용 보고서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AI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활용 공문서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AI Tool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업무 활용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PBL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수업 적용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. PPT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스킬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·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퍼실리테이션</a:t>
            </a:r>
            <a:endParaRPr lang="en-US" altLang="ko-KR" sz="1400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</p:txBody>
      </p:sp>
      <p:sp>
        <p:nvSpPr>
          <p:cNvPr id="129" name="TextBox 57">
            <a:extLst>
              <a:ext uri="{FF2B5EF4-FFF2-40B4-BE49-F238E27FC236}">
                <a16:creationId xmlns:a16="http://schemas.microsoft.com/office/drawing/2014/main" id="{48DE5AA8-3E09-1859-16B2-0F07C630A6C1}"/>
              </a:ext>
            </a:extLst>
          </p:cNvPr>
          <p:cNvSpPr txBox="1"/>
          <p:nvPr/>
        </p:nvSpPr>
        <p:spPr>
          <a:xfrm>
            <a:off x="3357383" y="5562405"/>
            <a:ext cx="954267" cy="205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59"/>
              </a:lnSpc>
            </a:pPr>
            <a:r>
              <a:rPr lang="ko-KR" altLang="en-US" sz="1600" b="1">
                <a:solidFill>
                  <a:srgbClr val="0D282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계층 리더십</a:t>
            </a:r>
            <a:endParaRPr lang="en-US" sz="1600" b="1">
              <a:solidFill>
                <a:srgbClr val="0D2821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130" name="TextBox 57">
            <a:extLst>
              <a:ext uri="{FF2B5EF4-FFF2-40B4-BE49-F238E27FC236}">
                <a16:creationId xmlns:a16="http://schemas.microsoft.com/office/drawing/2014/main" id="{9DA6DAA2-26A0-C8CF-CE71-108EEFF750B0}"/>
              </a:ext>
            </a:extLst>
          </p:cNvPr>
          <p:cNvSpPr txBox="1"/>
          <p:nvPr/>
        </p:nvSpPr>
        <p:spPr>
          <a:xfrm>
            <a:off x="5378450" y="5562405"/>
            <a:ext cx="1521251" cy="2058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59"/>
              </a:lnSpc>
            </a:pPr>
            <a:r>
              <a:rPr lang="ko-KR" altLang="en-US" sz="1600" b="1">
                <a:solidFill>
                  <a:srgbClr val="0D282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비즈니스 공통 스킬</a:t>
            </a:r>
            <a:endParaRPr lang="en-US" sz="1600" b="1">
              <a:solidFill>
                <a:srgbClr val="0D2821"/>
              </a:solidFill>
              <a:latin typeface="둥근펜 Bold"/>
              <a:ea typeface="둥근펜 Bold"/>
              <a:cs typeface="둥근펜 Bold"/>
              <a:sym typeface="둥근펜 Bold"/>
            </a:endParaRP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CFDAD977-5BC3-13F6-33A1-12847068B19C}"/>
              </a:ext>
            </a:extLst>
          </p:cNvPr>
          <p:cNvSpPr/>
          <p:nvPr/>
        </p:nvSpPr>
        <p:spPr>
          <a:xfrm>
            <a:off x="5724786" y="8651350"/>
            <a:ext cx="842400" cy="651600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6ACDB5B8-A5EC-22C5-F079-FF62720ACC0B}"/>
              </a:ext>
            </a:extLst>
          </p:cNvPr>
          <p:cNvSpPr/>
          <p:nvPr/>
        </p:nvSpPr>
        <p:spPr>
          <a:xfrm>
            <a:off x="5719195" y="7961933"/>
            <a:ext cx="843470" cy="649644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B02EE492-564E-F2A2-BBB2-27CD93D949B3}"/>
              </a:ext>
            </a:extLst>
          </p:cNvPr>
          <p:cNvSpPr/>
          <p:nvPr/>
        </p:nvSpPr>
        <p:spPr>
          <a:xfrm>
            <a:off x="6593692" y="8651350"/>
            <a:ext cx="842400" cy="6516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3AE838A1-8D09-D6E1-8F68-BE66F51CD3A0}"/>
              </a:ext>
            </a:extLst>
          </p:cNvPr>
          <p:cNvSpPr/>
          <p:nvPr/>
        </p:nvSpPr>
        <p:spPr>
          <a:xfrm>
            <a:off x="6584265" y="7956535"/>
            <a:ext cx="842400" cy="6516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E5A0AF82-EEEB-0DF4-13D9-E2411E4E94FC}"/>
              </a:ext>
            </a:extLst>
          </p:cNvPr>
          <p:cNvSpPr/>
          <p:nvPr/>
        </p:nvSpPr>
        <p:spPr>
          <a:xfrm>
            <a:off x="6593692" y="9342723"/>
            <a:ext cx="842400" cy="65160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399AA63C-1FDC-03BF-DC5D-CE1BAACB1800}"/>
              </a:ext>
            </a:extLst>
          </p:cNvPr>
          <p:cNvSpPr/>
          <p:nvPr/>
        </p:nvSpPr>
        <p:spPr>
          <a:xfrm>
            <a:off x="5741865" y="9342723"/>
            <a:ext cx="842400" cy="651600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TextBox 55">
            <a:extLst>
              <a:ext uri="{FF2B5EF4-FFF2-40B4-BE49-F238E27FC236}">
                <a16:creationId xmlns:a16="http://schemas.microsoft.com/office/drawing/2014/main" id="{213EF634-E51A-9913-1064-5262A13C962E}"/>
              </a:ext>
            </a:extLst>
          </p:cNvPr>
          <p:cNvSpPr txBox="1"/>
          <p:nvPr/>
        </p:nvSpPr>
        <p:spPr>
          <a:xfrm>
            <a:off x="2918733" y="8055908"/>
            <a:ext cx="2688317" cy="1938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경기도공무원인재개발원 </a:t>
            </a: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/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latin typeface="+mn-ea"/>
              </a:rPr>
              <a:t>부산시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latin typeface="+mn-ea"/>
            </a:endParaRPr>
          </a:p>
          <a:p>
            <a:pPr algn="just"/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공무원인재개발원 </a:t>
            </a: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부천시청 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식약처 </a:t>
            </a: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광주시청 </a:t>
            </a: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대구대학교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㈜신영 </a:t>
            </a: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연수구청 </a:t>
            </a: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광주시교통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공사 </a:t>
            </a: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충북콘텐츠코리아랩 </a:t>
            </a: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 </a:t>
            </a:r>
          </a:p>
          <a:p>
            <a:pPr algn="just"/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부천시 </a:t>
            </a: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6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개중학교 </a:t>
            </a: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현대백화점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인재개발원 </a:t>
            </a: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거창평생교육원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부천시상동종합사회지관 </a:t>
            </a: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 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안산</a:t>
            </a:r>
            <a:endParaRPr lang="en-US" altLang="ko-KR" sz="1400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  <a:p>
            <a:pPr algn="just"/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상공회의소 </a:t>
            </a:r>
            <a:r>
              <a:rPr lang="en-US" altLang="ko-KR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/</a:t>
            </a:r>
            <a:r>
              <a:rPr lang="ko-KR" altLang="en-US" sz="1400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D2821"/>
                </a:solidFill>
                <a:latin typeface="+mn-ea"/>
                <a:cs typeface="둥근펜"/>
                <a:sym typeface="둥근펜"/>
              </a:rPr>
              <a:t> 게임등위원 등 다수</a:t>
            </a:r>
            <a:endParaRPr lang="en-US" sz="1400">
              <a:solidFill>
                <a:srgbClr val="0D2821"/>
              </a:solidFill>
              <a:latin typeface="+mn-ea"/>
              <a:cs typeface="둥근펜"/>
              <a:sym typeface="둥근펜"/>
            </a:endParaRPr>
          </a:p>
        </p:txBody>
      </p:sp>
      <p:pic>
        <p:nvPicPr>
          <p:cNvPr id="143" name="그림 142">
            <a:extLst>
              <a:ext uri="{FF2B5EF4-FFF2-40B4-BE49-F238E27FC236}">
                <a16:creationId xmlns:a16="http://schemas.microsoft.com/office/drawing/2014/main" id="{F044F47F-9CF8-68F7-8AC2-BE1B66D4A4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47" y="8629397"/>
            <a:ext cx="925193" cy="1321417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144" name="그림 143">
            <a:extLst>
              <a:ext uri="{FF2B5EF4-FFF2-40B4-BE49-F238E27FC236}">
                <a16:creationId xmlns:a16="http://schemas.microsoft.com/office/drawing/2014/main" id="{CF11A181-0D07-834A-5655-292E4A2522F5}"/>
              </a:ext>
            </a:extLst>
          </p:cNvPr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891222" y="8595654"/>
            <a:ext cx="925200" cy="1321200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145" name="그림 144">
            <a:extLst>
              <a:ext uri="{FF2B5EF4-FFF2-40B4-BE49-F238E27FC236}">
                <a16:creationId xmlns:a16="http://schemas.microsoft.com/office/drawing/2014/main" id="{4759F107-2646-CF55-8835-E5E0F5AE9ECD}"/>
              </a:ext>
            </a:extLst>
          </p:cNvPr>
          <p:cNvPicPr preferRelativeResize="0"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1687613" y="8536854"/>
            <a:ext cx="925200" cy="1321200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1156C-E0B3-4B9F-EBE9-AB8DA2C1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44">
            <a:extLst>
              <a:ext uri="{FF2B5EF4-FFF2-40B4-BE49-F238E27FC236}">
                <a16:creationId xmlns:a16="http://schemas.microsoft.com/office/drawing/2014/main" id="{9D90EB6D-9E88-35C6-E25A-1508DEA609BF}"/>
              </a:ext>
            </a:extLst>
          </p:cNvPr>
          <p:cNvSpPr txBox="1"/>
          <p:nvPr/>
        </p:nvSpPr>
        <p:spPr>
          <a:xfrm>
            <a:off x="3014747" y="1460500"/>
            <a:ext cx="3963903" cy="691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56"/>
              </a:lnSpc>
            </a:pPr>
            <a:r>
              <a:rPr lang="ko-KR" altLang="en-US" sz="4040" b="1">
                <a:solidFill>
                  <a:schemeClr val="accent6">
                    <a:lumMod val="40000"/>
                    <a:lumOff val="60000"/>
                  </a:schemeClr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홍 길 동  </a:t>
            </a:r>
            <a:r>
              <a:rPr lang="ko-KR" altLang="en-US" sz="2000" b="1">
                <a:solidFill>
                  <a:schemeClr val="accent6">
                    <a:lumMod val="40000"/>
                    <a:lumOff val="60000"/>
                  </a:schemeClr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  <a:cs typeface="둥근펜 Bold"/>
                <a:sym typeface="둥근펜 Bold"/>
              </a:rPr>
              <a:t>수석연구원</a:t>
            </a:r>
            <a:endParaRPr lang="en-US" sz="2000" b="1">
              <a:solidFill>
                <a:schemeClr val="accent6">
                  <a:lumMod val="40000"/>
                  <a:lumOff val="60000"/>
                </a:schemeClr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  <a:cs typeface="둥근펜 Bold"/>
              <a:sym typeface="둥근펜 Bold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18DD3338-1179-1BBD-80FF-61A2DE2F0810}"/>
              </a:ext>
            </a:extLst>
          </p:cNvPr>
          <p:cNvSpPr/>
          <p:nvPr/>
        </p:nvSpPr>
        <p:spPr>
          <a:xfrm>
            <a:off x="5724786" y="8651350"/>
            <a:ext cx="842400" cy="6516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0701529-AEB8-97CD-6588-1FE2A28B917F}"/>
              </a:ext>
            </a:extLst>
          </p:cNvPr>
          <p:cNvSpPr/>
          <p:nvPr/>
        </p:nvSpPr>
        <p:spPr>
          <a:xfrm>
            <a:off x="5719195" y="7961933"/>
            <a:ext cx="843470" cy="649644"/>
          </a:xfrm>
          <a:prstGeom prst="roundRect">
            <a:avLst/>
          </a:prstGeom>
          <a:blipFill>
            <a:blip r:embed="rId3"/>
            <a:stretch>
              <a:fillRect/>
            </a:stretch>
          </a:blip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C1AAE82B-17DF-E7F7-98C3-9CCC629EAD4B}"/>
              </a:ext>
            </a:extLst>
          </p:cNvPr>
          <p:cNvSpPr/>
          <p:nvPr/>
        </p:nvSpPr>
        <p:spPr>
          <a:xfrm>
            <a:off x="6593692" y="8651350"/>
            <a:ext cx="842400" cy="651600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56D4C629-2C8F-410E-F714-89298EED6A1C}"/>
              </a:ext>
            </a:extLst>
          </p:cNvPr>
          <p:cNvSpPr/>
          <p:nvPr/>
        </p:nvSpPr>
        <p:spPr>
          <a:xfrm>
            <a:off x="6584265" y="7956535"/>
            <a:ext cx="842400" cy="651600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32851C6E-3544-D33C-B092-A5E5DDCC6390}"/>
              </a:ext>
            </a:extLst>
          </p:cNvPr>
          <p:cNvSpPr/>
          <p:nvPr/>
        </p:nvSpPr>
        <p:spPr>
          <a:xfrm>
            <a:off x="6593692" y="9342723"/>
            <a:ext cx="842400" cy="6516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BB566081-7AA4-7130-C57F-77076EA1AABE}"/>
              </a:ext>
            </a:extLst>
          </p:cNvPr>
          <p:cNvSpPr/>
          <p:nvPr/>
        </p:nvSpPr>
        <p:spPr>
          <a:xfrm>
            <a:off x="5741865" y="9342723"/>
            <a:ext cx="842400" cy="65160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0EE1A9-932A-3D9C-E53A-A16769555480}"/>
              </a:ext>
            </a:extLst>
          </p:cNvPr>
          <p:cNvSpPr txBox="1"/>
          <p:nvPr/>
        </p:nvSpPr>
        <p:spPr>
          <a:xfrm>
            <a:off x="2940050" y="2244410"/>
            <a:ext cx="4545013" cy="384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4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미래디지털</a:t>
            </a:r>
            <a:r>
              <a:rPr lang="en-US" altLang="ko-KR" sz="14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AI</a:t>
            </a:r>
            <a:r>
              <a:rPr lang="ko-KR" altLang="en-US" sz="14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협회  </a:t>
            </a:r>
            <a:r>
              <a:rPr lang="en-US" altLang="ko-KR" sz="14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AI</a:t>
            </a:r>
            <a:r>
              <a:rPr lang="ko-KR" altLang="en-US" sz="1400" b="1">
                <a:ln w="9525"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분야 대표강사</a:t>
            </a:r>
            <a:endParaRPr lang="en-US" altLang="ko-KR" sz="1400" b="1">
              <a:ln w="9525"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2804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196</Words>
  <Application>Microsoft Office PowerPoint</Application>
  <PresentationFormat>사용자 지정</PresentationFormat>
  <Paragraphs>50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맑은 고딕</vt:lpstr>
      <vt:lpstr>Arial</vt:lpstr>
      <vt:lpstr>Calibri</vt:lpstr>
      <vt:lpstr>둥근펜 Bold</vt:lpstr>
      <vt:lpstr>나눔스퀘어OTF_ac ExtraBold</vt:lpstr>
      <vt:lpstr>나눔스퀘어_ac ExtraBold</vt:lpstr>
      <vt:lpstr>Office Theme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진초록색 노랑색 간결하고 심플한 디자인으로 전문적인 그래픽 디자이너 기술 이력서 </dc:title>
  <cp:lastModifiedBy>jinee lee</cp:lastModifiedBy>
  <cp:revision>12</cp:revision>
  <dcterms:created xsi:type="dcterms:W3CDTF">2006-08-16T00:00:00Z</dcterms:created>
  <dcterms:modified xsi:type="dcterms:W3CDTF">2026-02-21T15:04:14Z</dcterms:modified>
  <dc:identifier>DAG9Pfhbd-k</dc:identifier>
</cp:coreProperties>
</file>